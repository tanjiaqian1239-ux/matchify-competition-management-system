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4"/>
  </p:sldMasterIdLst>
  <p:notesMasterIdLst>
    <p:notesMasterId r:id="rId56"/>
  </p:notesMasterIdLst>
  <p:sldIdLst>
    <p:sldId id="419" r:id="rId5"/>
    <p:sldId id="257" r:id="rId6"/>
    <p:sldId id="258" r:id="rId7"/>
    <p:sldId id="367" r:id="rId8"/>
    <p:sldId id="368" r:id="rId9"/>
    <p:sldId id="369" r:id="rId10"/>
    <p:sldId id="370" r:id="rId11"/>
    <p:sldId id="371" r:id="rId12"/>
    <p:sldId id="372" r:id="rId13"/>
    <p:sldId id="373" r:id="rId14"/>
    <p:sldId id="374" r:id="rId15"/>
    <p:sldId id="397" r:id="rId16"/>
    <p:sldId id="375" r:id="rId17"/>
    <p:sldId id="376" r:id="rId18"/>
    <p:sldId id="377" r:id="rId19"/>
    <p:sldId id="398" r:id="rId20"/>
    <p:sldId id="379" r:id="rId21"/>
    <p:sldId id="380" r:id="rId22"/>
    <p:sldId id="399" r:id="rId23"/>
    <p:sldId id="381" r:id="rId24"/>
    <p:sldId id="401" r:id="rId25"/>
    <p:sldId id="382" r:id="rId26"/>
    <p:sldId id="400" r:id="rId27"/>
    <p:sldId id="402" r:id="rId28"/>
    <p:sldId id="383" r:id="rId29"/>
    <p:sldId id="384" r:id="rId30"/>
    <p:sldId id="386" r:id="rId31"/>
    <p:sldId id="387" r:id="rId32"/>
    <p:sldId id="388" r:id="rId33"/>
    <p:sldId id="403" r:id="rId34"/>
    <p:sldId id="389" r:id="rId35"/>
    <p:sldId id="404" r:id="rId36"/>
    <p:sldId id="390" r:id="rId37"/>
    <p:sldId id="405" r:id="rId38"/>
    <p:sldId id="410" r:id="rId39"/>
    <p:sldId id="411" r:id="rId40"/>
    <p:sldId id="391" r:id="rId41"/>
    <p:sldId id="392" r:id="rId42"/>
    <p:sldId id="406" r:id="rId43"/>
    <p:sldId id="393" r:id="rId44"/>
    <p:sldId id="394" r:id="rId45"/>
    <p:sldId id="407" r:id="rId46"/>
    <p:sldId id="395" r:id="rId47"/>
    <p:sldId id="408" r:id="rId48"/>
    <p:sldId id="409" r:id="rId49"/>
    <p:sldId id="396" r:id="rId50"/>
    <p:sldId id="412" r:id="rId51"/>
    <p:sldId id="413" r:id="rId52"/>
    <p:sldId id="414" r:id="rId53"/>
    <p:sldId id="415" r:id="rId54"/>
    <p:sldId id="420" r:id="rId55"/>
  </p:sldIdLst>
  <p:sldSz cx="9144000" cy="6858000" type="screen4x3"/>
  <p:notesSz cx="6858000" cy="9144000"/>
  <p:defaultTextStyle>
    <a:defPPr>
      <a:defRPr lang="en-US"/>
    </a:defPPr>
    <a:lvl1pPr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Arial" panose="020B0604020202020204" pitchFamily="34" charset="0"/>
        <a:ea typeface="+mn-ea"/>
        <a:cs typeface="+mn-cs"/>
      </a:defRPr>
    </a:lvl6pPr>
    <a:lvl7pPr marL="2743200" algn="l" defTabSz="914400" rtl="0" eaLnBrk="1" latinLnBrk="0" hangingPunct="1">
      <a:defRPr sz="1200" kern="1200">
        <a:solidFill>
          <a:schemeClr val="tx1"/>
        </a:solidFill>
        <a:latin typeface="Arial" panose="020B0604020202020204" pitchFamily="34" charset="0"/>
        <a:ea typeface="+mn-ea"/>
        <a:cs typeface="+mn-cs"/>
      </a:defRPr>
    </a:lvl7pPr>
    <a:lvl8pPr marL="3200400" algn="l" defTabSz="914400" rtl="0" eaLnBrk="1" latinLnBrk="0" hangingPunct="1">
      <a:defRPr sz="1200" kern="1200">
        <a:solidFill>
          <a:schemeClr val="tx1"/>
        </a:solidFill>
        <a:latin typeface="Arial" panose="020B0604020202020204" pitchFamily="34" charset="0"/>
        <a:ea typeface="+mn-ea"/>
        <a:cs typeface="+mn-cs"/>
      </a:defRPr>
    </a:lvl8pPr>
    <a:lvl9pPr marL="3657600" algn="l" defTabSz="914400" rtl="0" eaLnBrk="1" latinLnBrk="0" hangingPunct="1">
      <a:defRPr sz="12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7" d="100"/>
          <a:sy n="77" d="100"/>
        </p:scale>
        <p:origin x="1170"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oi Shih Yin" userId="6b4cf657-c331-4894-83da-32eb6862cd52" providerId="ADAL" clId="{8436BD9F-684A-4880-9F10-84DF4E9D3221}"/>
    <pc:docChg chg="undo custSel addSld modSld">
      <pc:chgData name="Ooi Shih Yin" userId="6b4cf657-c331-4894-83da-32eb6862cd52" providerId="ADAL" clId="{8436BD9F-684A-4880-9F10-84DF4E9D3221}" dt="2023-10-26T06:57:25.336" v="201" actId="27636"/>
      <pc:docMkLst>
        <pc:docMk/>
      </pc:docMkLst>
      <pc:sldChg chg="addSp delSp modSp add mod setBg">
        <pc:chgData name="Ooi Shih Yin" userId="6b4cf657-c331-4894-83da-32eb6862cd52" providerId="ADAL" clId="{8436BD9F-684A-4880-9F10-84DF4E9D3221}" dt="2023-10-26T06:57:25.336" v="201" actId="27636"/>
        <pc:sldMkLst>
          <pc:docMk/>
          <pc:sldMk cId="428749874" sldId="420"/>
        </pc:sldMkLst>
        <pc:spChg chg="mod">
          <ac:chgData name="Ooi Shih Yin" userId="6b4cf657-c331-4894-83da-32eb6862cd52" providerId="ADAL" clId="{8436BD9F-684A-4880-9F10-84DF4E9D3221}" dt="2023-10-26T06:56:47.118" v="189" actId="26606"/>
          <ac:spMkLst>
            <pc:docMk/>
            <pc:sldMk cId="428749874" sldId="420"/>
            <ac:spMk id="2" creationId="{00000000-0000-0000-0000-000000000000}"/>
          </ac:spMkLst>
        </pc:spChg>
        <pc:spChg chg="mod ord">
          <ac:chgData name="Ooi Shih Yin" userId="6b4cf657-c331-4894-83da-32eb6862cd52" providerId="ADAL" clId="{8436BD9F-684A-4880-9F10-84DF4E9D3221}" dt="2023-10-26T06:57:25.336" v="201" actId="27636"/>
          <ac:spMkLst>
            <pc:docMk/>
            <pc:sldMk cId="428749874" sldId="420"/>
            <ac:spMk id="3" creationId="{00000000-0000-0000-0000-000000000000}"/>
          </ac:spMkLst>
        </pc:spChg>
        <pc:spChg chg="add del">
          <ac:chgData name="Ooi Shih Yin" userId="6b4cf657-c331-4894-83da-32eb6862cd52" providerId="ADAL" clId="{8436BD9F-684A-4880-9F10-84DF4E9D3221}" dt="2023-10-26T06:56:47.080" v="188" actId="26606"/>
          <ac:spMkLst>
            <pc:docMk/>
            <pc:sldMk cId="428749874" sldId="420"/>
            <ac:spMk id="8" creationId="{7E61F402-3445-458A-9A2B-D28FD288390C}"/>
          </ac:spMkLst>
        </pc:spChg>
        <pc:spChg chg="add del">
          <ac:chgData name="Ooi Shih Yin" userId="6b4cf657-c331-4894-83da-32eb6862cd52" providerId="ADAL" clId="{8436BD9F-684A-4880-9F10-84DF4E9D3221}" dt="2023-10-26T06:56:32.252" v="182" actId="26606"/>
          <ac:spMkLst>
            <pc:docMk/>
            <pc:sldMk cId="428749874" sldId="420"/>
            <ac:spMk id="11" creationId="{7E61F402-3445-458A-9A2B-D28FD288390C}"/>
          </ac:spMkLst>
        </pc:spChg>
        <pc:spChg chg="add">
          <ac:chgData name="Ooi Shih Yin" userId="6b4cf657-c331-4894-83da-32eb6862cd52" providerId="ADAL" clId="{8436BD9F-684A-4880-9F10-84DF4E9D3221}" dt="2023-10-26T06:56:47.118" v="189" actId="26606"/>
          <ac:spMkLst>
            <pc:docMk/>
            <pc:sldMk cId="428749874" sldId="420"/>
            <ac:spMk id="20" creationId="{22AC0F86-9A78-4E84-A4B4-ADB8B2629A0C}"/>
          </ac:spMkLst>
        </pc:spChg>
        <pc:spChg chg="add">
          <ac:chgData name="Ooi Shih Yin" userId="6b4cf657-c331-4894-83da-32eb6862cd52" providerId="ADAL" clId="{8436BD9F-684A-4880-9F10-84DF4E9D3221}" dt="2023-10-26T06:56:47.118" v="189" actId="26606"/>
          <ac:spMkLst>
            <pc:docMk/>
            <pc:sldMk cId="428749874" sldId="420"/>
            <ac:spMk id="24" creationId="{69A54E25-1C05-48E5-A5CC-3778C1D3632D}"/>
          </ac:spMkLst>
        </pc:spChg>
        <pc:grpChg chg="add del">
          <ac:chgData name="Ooi Shih Yin" userId="6b4cf657-c331-4894-83da-32eb6862cd52" providerId="ADAL" clId="{8436BD9F-684A-4880-9F10-84DF4E9D3221}" dt="2023-10-26T06:56:47.080" v="188" actId="26606"/>
          <ac:grpSpMkLst>
            <pc:docMk/>
            <pc:sldMk cId="428749874" sldId="420"/>
            <ac:grpSpMk id="9" creationId="{A673C096-95AE-4644-B76C-1DF1B667DC44}"/>
          </ac:grpSpMkLst>
        </pc:grpChg>
        <pc:grpChg chg="add del">
          <ac:chgData name="Ooi Shih Yin" userId="6b4cf657-c331-4894-83da-32eb6862cd52" providerId="ADAL" clId="{8436BD9F-684A-4880-9F10-84DF4E9D3221}" dt="2023-10-26T06:56:32.252" v="182" actId="26606"/>
          <ac:grpSpMkLst>
            <pc:docMk/>
            <pc:sldMk cId="428749874" sldId="420"/>
            <ac:grpSpMk id="13" creationId="{A673C096-95AE-4644-B76C-1DF1B667DC44}"/>
          </ac:grpSpMkLst>
        </pc:grpChg>
        <pc:grpChg chg="add">
          <ac:chgData name="Ooi Shih Yin" userId="6b4cf657-c331-4894-83da-32eb6862cd52" providerId="ADAL" clId="{8436BD9F-684A-4880-9F10-84DF4E9D3221}" dt="2023-10-26T06:56:47.118" v="189" actId="26606"/>
          <ac:grpSpMkLst>
            <pc:docMk/>
            <pc:sldMk cId="428749874" sldId="420"/>
            <ac:grpSpMk id="22" creationId="{4AF78B9E-8BE2-4706-9377-A05FA25ABABF}"/>
          </ac:grpSpMkLst>
        </pc:grpChg>
        <pc:picChg chg="del">
          <ac:chgData name="Ooi Shih Yin" userId="6b4cf657-c331-4894-83da-32eb6862cd52" providerId="ADAL" clId="{8436BD9F-684A-4880-9F10-84DF4E9D3221}" dt="2023-10-26T06:56:00.708" v="179" actId="478"/>
          <ac:picMkLst>
            <pc:docMk/>
            <pc:sldMk cId="428749874" sldId="420"/>
            <ac:picMk id="4" creationId="{00000000-0000-0000-0000-000000000000}"/>
          </ac:picMkLst>
        </pc:picChg>
        <pc:picChg chg="add mod">
          <ac:chgData name="Ooi Shih Yin" userId="6b4cf657-c331-4894-83da-32eb6862cd52" providerId="ADAL" clId="{8436BD9F-684A-4880-9F10-84DF4E9D3221}" dt="2023-10-26T06:56:47.118" v="189" actId="26606"/>
          <ac:picMkLst>
            <pc:docMk/>
            <pc:sldMk cId="428749874" sldId="420"/>
            <ac:picMk id="6" creationId="{21670E28-0F19-5B92-7D24-1C72809E9E12}"/>
          </ac:picMkLst>
        </pc:picChg>
        <pc:cxnChg chg="add del">
          <ac:chgData name="Ooi Shih Yin" userId="6b4cf657-c331-4894-83da-32eb6862cd52" providerId="ADAL" clId="{8436BD9F-684A-4880-9F10-84DF4E9D3221}" dt="2023-10-26T06:56:47.080" v="188" actId="26606"/>
          <ac:cxnSpMkLst>
            <pc:docMk/>
            <pc:sldMk cId="428749874" sldId="420"/>
            <ac:cxnSpMk id="10" creationId="{2BE880E9-2B86-4CDB-B5B7-308745CDD19D}"/>
          </ac:cxnSpMkLst>
        </pc:cxnChg>
        <pc:cxnChg chg="add del">
          <ac:chgData name="Ooi Shih Yin" userId="6b4cf657-c331-4894-83da-32eb6862cd52" providerId="ADAL" clId="{8436BD9F-684A-4880-9F10-84DF4E9D3221}" dt="2023-10-26T06:56:32.252" v="182" actId="26606"/>
          <ac:cxnSpMkLst>
            <pc:docMk/>
            <pc:sldMk cId="428749874" sldId="420"/>
            <ac:cxnSpMk id="19" creationId="{2BE880E9-2B86-4CDB-B5B7-308745CDD19D}"/>
          </ac:cxnSpMkLst>
        </pc:cxnChg>
        <pc:cxnChg chg="add">
          <ac:chgData name="Ooi Shih Yin" userId="6b4cf657-c331-4894-83da-32eb6862cd52" providerId="ADAL" clId="{8436BD9F-684A-4880-9F10-84DF4E9D3221}" dt="2023-10-26T06:56:47.118" v="189" actId="26606"/>
          <ac:cxnSpMkLst>
            <pc:docMk/>
            <pc:sldMk cId="428749874" sldId="420"/>
            <ac:cxnSpMk id="21" creationId="{0E5D0023-B23E-4823-8D72-B07FFF8CAE96}"/>
          </ac:cxnSpMkLst>
        </pc:cxnChg>
      </pc:sldChg>
    </pc:docChg>
  </pc:docChgLst>
  <pc:docChgLst>
    <pc:chgData name="Pang Ying Han" userId="7846f6ef-4e5b-4f84-abae-8aff5d6edb76" providerId="ADAL" clId="{00567580-FF15-483F-B727-3DBA00EF3FB2}"/>
    <pc:docChg chg="delSld modSld">
      <pc:chgData name="Pang Ying Han" userId="7846f6ef-4e5b-4f84-abae-8aff5d6edb76" providerId="ADAL" clId="{00567580-FF15-483F-B727-3DBA00EF3FB2}" dt="2024-08-31T08:35:23.219" v="2" actId="47"/>
      <pc:docMkLst>
        <pc:docMk/>
      </pc:docMkLst>
      <pc:sldChg chg="modSp mod">
        <pc:chgData name="Pang Ying Han" userId="7846f6ef-4e5b-4f84-abae-8aff5d6edb76" providerId="ADAL" clId="{00567580-FF15-483F-B727-3DBA00EF3FB2}" dt="2024-08-31T08:24:30.945" v="0"/>
        <pc:sldMkLst>
          <pc:docMk/>
          <pc:sldMk cId="0" sldId="257"/>
        </pc:sldMkLst>
        <pc:spChg chg="mod">
          <ac:chgData name="Pang Ying Han" userId="7846f6ef-4e5b-4f84-abae-8aff5d6edb76" providerId="ADAL" clId="{00567580-FF15-483F-B727-3DBA00EF3FB2}" dt="2024-08-31T08:24:30.945" v="0"/>
          <ac:spMkLst>
            <pc:docMk/>
            <pc:sldMk cId="0" sldId="257"/>
            <ac:spMk id="18434" creationId="{00000000-0000-0000-0000-000000000000}"/>
          </ac:spMkLst>
        </pc:spChg>
      </pc:sldChg>
      <pc:sldChg chg="del">
        <pc:chgData name="Pang Ying Han" userId="7846f6ef-4e5b-4f84-abae-8aff5d6edb76" providerId="ADAL" clId="{00567580-FF15-483F-B727-3DBA00EF3FB2}" dt="2024-08-31T08:35:23.219" v="2" actId="47"/>
        <pc:sldMkLst>
          <pc:docMk/>
          <pc:sldMk cId="1155382091" sldId="416"/>
        </pc:sldMkLst>
      </pc:sldChg>
      <pc:sldChg chg="del">
        <pc:chgData name="Pang Ying Han" userId="7846f6ef-4e5b-4f84-abae-8aff5d6edb76" providerId="ADAL" clId="{00567580-FF15-483F-B727-3DBA00EF3FB2}" dt="2024-08-31T08:35:10.979" v="1" actId="47"/>
        <pc:sldMkLst>
          <pc:docMk/>
          <pc:sldMk cId="0" sldId="417"/>
        </pc:sldMkLst>
      </pc:sldChg>
    </pc:docChg>
  </pc:docChgLst>
  <pc:docChgLst>
    <pc:chgData name="Ooi Shih Yin" userId="6b4cf657-c331-4894-83da-32eb6862cd52" providerId="ADAL" clId="{BC23CD9F-9EC6-4B5A-8526-6B6EC36E2AA6}"/>
    <pc:docChg chg="modSld">
      <pc:chgData name="Ooi Shih Yin" userId="6b4cf657-c331-4894-83da-32eb6862cd52" providerId="ADAL" clId="{BC23CD9F-9EC6-4B5A-8526-6B6EC36E2AA6}" dt="2023-12-26T03:39:28.976" v="26" actId="20577"/>
      <pc:docMkLst>
        <pc:docMk/>
      </pc:docMkLst>
      <pc:sldChg chg="modSp mod">
        <pc:chgData name="Ooi Shih Yin" userId="6b4cf657-c331-4894-83da-32eb6862cd52" providerId="ADAL" clId="{BC23CD9F-9EC6-4B5A-8526-6B6EC36E2AA6}" dt="2023-12-26T03:39:28.976" v="26" actId="20577"/>
        <pc:sldMkLst>
          <pc:docMk/>
          <pc:sldMk cId="0" sldId="417"/>
        </pc:sldMkLst>
        <pc:spChg chg="mod">
          <ac:chgData name="Ooi Shih Yin" userId="6b4cf657-c331-4894-83da-32eb6862cd52" providerId="ADAL" clId="{BC23CD9F-9EC6-4B5A-8526-6B6EC36E2AA6}" dt="2023-12-26T03:39:28.976" v="26" actId="20577"/>
          <ac:spMkLst>
            <pc:docMk/>
            <pc:sldMk cId="0" sldId="417"/>
            <ac:spMk id="112643" creationId="{01E8EE35-A7E8-4B1C-A2B2-4DAF8DDC3370}"/>
          </ac:spMkLst>
        </pc:spChg>
      </pc:sldChg>
    </pc:docChg>
  </pc:docChgLst>
  <pc:docChgLst>
    <pc:chgData name="MU038787@office.mmu.edu.my" userId="6b4cf657-c331-4894-83da-32eb6862cd52" providerId="ADAL" clId="{8A906D39-CB1F-428F-8940-E81161E2D538}"/>
    <pc:docChg chg="undo custSel addSld delSld modSld">
      <pc:chgData name="MU038787@office.mmu.edu.my" userId="6b4cf657-c331-4894-83da-32eb6862cd52" providerId="ADAL" clId="{8A906D39-CB1F-428F-8940-E81161E2D538}" dt="2022-10-07T05:21:24.217" v="117" actId="2696"/>
      <pc:docMkLst>
        <pc:docMk/>
      </pc:docMkLst>
      <pc:sldChg chg="addSp delSp modSp mod setBg setClrOvrMap">
        <pc:chgData name="MU038787@office.mmu.edu.my" userId="6b4cf657-c331-4894-83da-32eb6862cd52" providerId="ADAL" clId="{8A906D39-CB1F-428F-8940-E81161E2D538}" dt="2022-10-07T05:02:55.772" v="8" actId="403"/>
        <pc:sldMkLst>
          <pc:docMk/>
          <pc:sldMk cId="0" sldId="257"/>
        </pc:sldMkLst>
        <pc:spChg chg="mod">
          <ac:chgData name="MU038787@office.mmu.edu.my" userId="6b4cf657-c331-4894-83da-32eb6862cd52" providerId="ADAL" clId="{8A906D39-CB1F-428F-8940-E81161E2D538}" dt="2022-10-07T05:02:44.863" v="1" actId="26606"/>
          <ac:spMkLst>
            <pc:docMk/>
            <pc:sldMk cId="0" sldId="257"/>
            <ac:spMk id="18434" creationId="{00000000-0000-0000-0000-000000000000}"/>
          </ac:spMkLst>
        </pc:spChg>
        <pc:spChg chg="mod">
          <ac:chgData name="MU038787@office.mmu.edu.my" userId="6b4cf657-c331-4894-83da-32eb6862cd52" providerId="ADAL" clId="{8A906D39-CB1F-428F-8940-E81161E2D538}" dt="2022-10-07T05:02:55.772" v="8" actId="403"/>
          <ac:spMkLst>
            <pc:docMk/>
            <pc:sldMk cId="0" sldId="257"/>
            <ac:spMk id="18435" creationId="{00000000-0000-0000-0000-000000000000}"/>
          </ac:spMkLst>
        </pc:spChg>
        <pc:spChg chg="add">
          <ac:chgData name="MU038787@office.mmu.edu.my" userId="6b4cf657-c331-4894-83da-32eb6862cd52" providerId="ADAL" clId="{8A906D39-CB1F-428F-8940-E81161E2D538}" dt="2022-10-07T05:02:44.863" v="1" actId="26606"/>
          <ac:spMkLst>
            <pc:docMk/>
            <pc:sldMk cId="0" sldId="257"/>
            <ac:spMk id="18449" creationId="{5EB8E3BF-F464-4900-8994-851061A9AD60}"/>
          </ac:spMkLst>
        </pc:spChg>
        <pc:grpChg chg="add">
          <ac:chgData name="MU038787@office.mmu.edu.my" userId="6b4cf657-c331-4894-83da-32eb6862cd52" providerId="ADAL" clId="{8A906D39-CB1F-428F-8940-E81161E2D538}" dt="2022-10-07T05:02:44.863" v="1" actId="26606"/>
          <ac:grpSpMkLst>
            <pc:docMk/>
            <pc:sldMk cId="0" sldId="257"/>
            <ac:grpSpMk id="18441" creationId="{DFB5D1BB-0703-437B-BD1E-1D07F8A2730B}"/>
          </ac:grpSpMkLst>
        </pc:grpChg>
        <pc:picChg chg="del">
          <ac:chgData name="MU038787@office.mmu.edu.my" userId="6b4cf657-c331-4894-83da-32eb6862cd52" providerId="ADAL" clId="{8A906D39-CB1F-428F-8940-E81161E2D538}" dt="2022-10-07T05:02:36.795" v="0" actId="478"/>
          <ac:picMkLst>
            <pc:docMk/>
            <pc:sldMk cId="0" sldId="257"/>
            <ac:picMk id="18436" creationId="{00000000-0000-0000-0000-000000000000}"/>
          </ac:picMkLst>
        </pc:picChg>
        <pc:picChg chg="add">
          <ac:chgData name="MU038787@office.mmu.edu.my" userId="6b4cf657-c331-4894-83da-32eb6862cd52" providerId="ADAL" clId="{8A906D39-CB1F-428F-8940-E81161E2D538}" dt="2022-10-07T05:02:44.863" v="1" actId="26606"/>
          <ac:picMkLst>
            <pc:docMk/>
            <pc:sldMk cId="0" sldId="257"/>
            <ac:picMk id="18437" creationId="{89EC1A17-DD26-B872-B87A-A52E312B906D}"/>
          </ac:picMkLst>
        </pc:picChg>
        <pc:cxnChg chg="add">
          <ac:chgData name="MU038787@office.mmu.edu.my" userId="6b4cf657-c331-4894-83da-32eb6862cd52" providerId="ADAL" clId="{8A906D39-CB1F-428F-8940-E81161E2D538}" dt="2022-10-07T05:02:44.863" v="1" actId="26606"/>
          <ac:cxnSpMkLst>
            <pc:docMk/>
            <pc:sldMk cId="0" sldId="257"/>
            <ac:cxnSpMk id="18447" creationId="{883F92AF-2403-4558-B1D7-72130A1E4BC7}"/>
          </ac:cxnSpMkLst>
        </pc:cxnChg>
        <pc:cxnChg chg="add">
          <ac:chgData name="MU038787@office.mmu.edu.my" userId="6b4cf657-c331-4894-83da-32eb6862cd52" providerId="ADAL" clId="{8A906D39-CB1F-428F-8940-E81161E2D538}" dt="2022-10-07T05:02:44.863" v="1" actId="26606"/>
          <ac:cxnSpMkLst>
            <pc:docMk/>
            <pc:sldMk cId="0" sldId="257"/>
            <ac:cxnSpMk id="18451" creationId="{8E0602D6-3A81-42F8-AE67-1BAAFC967CB0}"/>
          </ac:cxnSpMkLst>
        </pc:cxnChg>
      </pc:sldChg>
      <pc:sldChg chg="addSp delSp modSp mod setBg">
        <pc:chgData name="MU038787@office.mmu.edu.my" userId="6b4cf657-c331-4894-83da-32eb6862cd52" providerId="ADAL" clId="{8A906D39-CB1F-428F-8940-E81161E2D538}" dt="2022-10-07T05:03:30.500" v="15" actId="26606"/>
        <pc:sldMkLst>
          <pc:docMk/>
          <pc:sldMk cId="0" sldId="258"/>
        </pc:sldMkLst>
        <pc:spChg chg="add del">
          <ac:chgData name="MU038787@office.mmu.edu.my" userId="6b4cf657-c331-4894-83da-32eb6862cd52" providerId="ADAL" clId="{8A906D39-CB1F-428F-8940-E81161E2D538}" dt="2022-10-07T05:03:30.500" v="15" actId="26606"/>
          <ac:spMkLst>
            <pc:docMk/>
            <pc:sldMk cId="0" sldId="258"/>
            <ac:spMk id="4099" creationId="{00000000-0000-0000-0000-000000000000}"/>
          </ac:spMkLst>
        </pc:spChg>
        <pc:spChg chg="mod">
          <ac:chgData name="MU038787@office.mmu.edu.my" userId="6b4cf657-c331-4894-83da-32eb6862cd52" providerId="ADAL" clId="{8A906D39-CB1F-428F-8940-E81161E2D538}" dt="2022-10-07T05:03:30.481" v="14" actId="26606"/>
          <ac:spMkLst>
            <pc:docMk/>
            <pc:sldMk cId="0" sldId="258"/>
            <ac:spMk id="20482" creationId="{00000000-0000-0000-0000-000000000000}"/>
          </ac:spMkLst>
        </pc:spChg>
        <pc:spChg chg="add del">
          <ac:chgData name="MU038787@office.mmu.edu.my" userId="6b4cf657-c331-4894-83da-32eb6862cd52" providerId="ADAL" clId="{8A906D39-CB1F-428F-8940-E81161E2D538}" dt="2022-10-07T05:03:30.481" v="14" actId="26606"/>
          <ac:spMkLst>
            <pc:docMk/>
            <pc:sldMk cId="0" sldId="258"/>
            <ac:spMk id="20488" creationId="{52BE4420-3B5F-4549-8B4A-77855B8215EC}"/>
          </ac:spMkLst>
        </pc:spChg>
        <pc:spChg chg="add del">
          <ac:chgData name="MU038787@office.mmu.edu.my" userId="6b4cf657-c331-4894-83da-32eb6862cd52" providerId="ADAL" clId="{8A906D39-CB1F-428F-8940-E81161E2D538}" dt="2022-10-07T05:03:30.481" v="14" actId="26606"/>
          <ac:spMkLst>
            <pc:docMk/>
            <pc:sldMk cId="0" sldId="258"/>
            <ac:spMk id="20490" creationId="{A75876F6-95D4-48CB-8E3E-4401A96E25A4}"/>
          </ac:spMkLst>
        </pc:spChg>
        <pc:spChg chg="add del">
          <ac:chgData name="MU038787@office.mmu.edu.my" userId="6b4cf657-c331-4894-83da-32eb6862cd52" providerId="ADAL" clId="{8A906D39-CB1F-428F-8940-E81161E2D538}" dt="2022-10-07T05:03:30.481" v="14" actId="26606"/>
          <ac:spMkLst>
            <pc:docMk/>
            <pc:sldMk cId="0" sldId="258"/>
            <ac:spMk id="20492" creationId="{D1B84719-90BB-4D0C-92D8-61DC5512B34B}"/>
          </ac:spMkLst>
        </pc:spChg>
        <pc:spChg chg="add del">
          <ac:chgData name="MU038787@office.mmu.edu.my" userId="6b4cf657-c331-4894-83da-32eb6862cd52" providerId="ADAL" clId="{8A906D39-CB1F-428F-8940-E81161E2D538}" dt="2022-10-07T05:03:30.481" v="14" actId="26606"/>
          <ac:spMkLst>
            <pc:docMk/>
            <pc:sldMk cId="0" sldId="258"/>
            <ac:spMk id="20494" creationId="{7B407EC4-5D16-4845-9840-4E28622B6568}"/>
          </ac:spMkLst>
        </pc:spChg>
        <pc:graphicFrameChg chg="add del">
          <ac:chgData name="MU038787@office.mmu.edu.my" userId="6b4cf657-c331-4894-83da-32eb6862cd52" providerId="ADAL" clId="{8A906D39-CB1F-428F-8940-E81161E2D538}" dt="2022-10-07T05:03:23.462" v="10" actId="26606"/>
          <ac:graphicFrameMkLst>
            <pc:docMk/>
            <pc:sldMk cId="0" sldId="258"/>
            <ac:graphicFrameMk id="20484" creationId="{94DF9E96-9893-B19A-DBC8-82700A467A03}"/>
          </ac:graphicFrameMkLst>
        </pc:graphicFrameChg>
        <pc:graphicFrameChg chg="add del">
          <ac:chgData name="MU038787@office.mmu.edu.my" userId="6b4cf657-c331-4894-83da-32eb6862cd52" providerId="ADAL" clId="{8A906D39-CB1F-428F-8940-E81161E2D538}" dt="2022-10-07T05:03:24.879" v="12" actId="26606"/>
          <ac:graphicFrameMkLst>
            <pc:docMk/>
            <pc:sldMk cId="0" sldId="258"/>
            <ac:graphicFrameMk id="20486" creationId="{8CE78501-690C-5B81-54A9-148B42D82CB9}"/>
          </ac:graphicFrameMkLst>
        </pc:graphicFrameChg>
        <pc:graphicFrameChg chg="add del">
          <ac:chgData name="MU038787@office.mmu.edu.my" userId="6b4cf657-c331-4894-83da-32eb6862cd52" providerId="ADAL" clId="{8A906D39-CB1F-428F-8940-E81161E2D538}" dt="2022-10-07T05:03:30.481" v="14" actId="26606"/>
          <ac:graphicFrameMkLst>
            <pc:docMk/>
            <pc:sldMk cId="0" sldId="258"/>
            <ac:graphicFrameMk id="20489" creationId="{114AA094-C740-796C-1F72-1B0F20FDC7B0}"/>
          </ac:graphicFrameMkLst>
        </pc:graphicFrameChg>
        <pc:graphicFrameChg chg="add">
          <ac:chgData name="MU038787@office.mmu.edu.my" userId="6b4cf657-c331-4894-83da-32eb6862cd52" providerId="ADAL" clId="{8A906D39-CB1F-428F-8940-E81161E2D538}" dt="2022-10-07T05:03:30.500" v="15" actId="26606"/>
          <ac:graphicFrameMkLst>
            <pc:docMk/>
            <pc:sldMk cId="0" sldId="258"/>
            <ac:graphicFrameMk id="20496" creationId="{47498917-99FE-ED57-7C60-2034E3AC535B}"/>
          </ac:graphicFrameMkLst>
        </pc:graphicFrameChg>
      </pc:sldChg>
      <pc:sldChg chg="addSp modSp mod setBg">
        <pc:chgData name="MU038787@office.mmu.edu.my" userId="6b4cf657-c331-4894-83da-32eb6862cd52" providerId="ADAL" clId="{8A906D39-CB1F-428F-8940-E81161E2D538}" dt="2022-10-07T05:03:49.478" v="16" actId="26606"/>
        <pc:sldMkLst>
          <pc:docMk/>
          <pc:sldMk cId="1195193820" sldId="367"/>
        </pc:sldMkLst>
        <pc:spChg chg="mod ord">
          <ac:chgData name="MU038787@office.mmu.edu.my" userId="6b4cf657-c331-4894-83da-32eb6862cd52" providerId="ADAL" clId="{8A906D39-CB1F-428F-8940-E81161E2D538}" dt="2022-10-07T05:03:49.478" v="16" actId="26606"/>
          <ac:spMkLst>
            <pc:docMk/>
            <pc:sldMk cId="1195193820" sldId="367"/>
            <ac:spMk id="2" creationId="{00000000-0000-0000-0000-000000000000}"/>
          </ac:spMkLst>
        </pc:spChg>
        <pc:spChg chg="mod">
          <ac:chgData name="MU038787@office.mmu.edu.my" userId="6b4cf657-c331-4894-83da-32eb6862cd52" providerId="ADAL" clId="{8A906D39-CB1F-428F-8940-E81161E2D538}" dt="2022-10-07T05:03:49.478" v="16" actId="26606"/>
          <ac:spMkLst>
            <pc:docMk/>
            <pc:sldMk cId="1195193820" sldId="367"/>
            <ac:spMk id="5122" creationId="{00000000-0000-0000-0000-000000000000}"/>
          </ac:spMkLst>
        </pc:spChg>
        <pc:spChg chg="add">
          <ac:chgData name="MU038787@office.mmu.edu.my" userId="6b4cf657-c331-4894-83da-32eb6862cd52" providerId="ADAL" clId="{8A906D39-CB1F-428F-8940-E81161E2D538}" dt="2022-10-07T05:03:49.478" v="16" actId="26606"/>
          <ac:spMkLst>
            <pc:docMk/>
            <pc:sldMk cId="1195193820" sldId="367"/>
            <ac:spMk id="5127" creationId="{ED56E41F-B8E0-4D18-B554-FD40260DE0E3}"/>
          </ac:spMkLst>
        </pc:spChg>
        <pc:spChg chg="add">
          <ac:chgData name="MU038787@office.mmu.edu.my" userId="6b4cf657-c331-4894-83da-32eb6862cd52" providerId="ADAL" clId="{8A906D39-CB1F-428F-8940-E81161E2D538}" dt="2022-10-07T05:03:49.478" v="16" actId="26606"/>
          <ac:spMkLst>
            <pc:docMk/>
            <pc:sldMk cId="1195193820" sldId="367"/>
            <ac:spMk id="5135" creationId="{23E937B9-07EE-456A-A31C-41A8866E28A2}"/>
          </ac:spMkLst>
        </pc:spChg>
        <pc:grpChg chg="add">
          <ac:chgData name="MU038787@office.mmu.edu.my" userId="6b4cf657-c331-4894-83da-32eb6862cd52" providerId="ADAL" clId="{8A906D39-CB1F-428F-8940-E81161E2D538}" dt="2022-10-07T05:03:49.478" v="16" actId="26606"/>
          <ac:grpSpMkLst>
            <pc:docMk/>
            <pc:sldMk cId="1195193820" sldId="367"/>
            <ac:grpSpMk id="5129" creationId="{2DB31E17-E562-4F82-98D0-858C84120F34}"/>
          </ac:grpSpMkLst>
        </pc:grpChg>
        <pc:picChg chg="mod">
          <ac:chgData name="MU038787@office.mmu.edu.my" userId="6b4cf657-c331-4894-83da-32eb6862cd52" providerId="ADAL" clId="{8A906D39-CB1F-428F-8940-E81161E2D538}" dt="2022-10-07T05:03:49.478" v="16" actId="26606"/>
          <ac:picMkLst>
            <pc:docMk/>
            <pc:sldMk cId="1195193820" sldId="367"/>
            <ac:picMk id="3" creationId="{00000000-0000-0000-0000-000000000000}"/>
          </ac:picMkLst>
        </pc:picChg>
        <pc:cxnChg chg="add">
          <ac:chgData name="MU038787@office.mmu.edu.my" userId="6b4cf657-c331-4894-83da-32eb6862cd52" providerId="ADAL" clId="{8A906D39-CB1F-428F-8940-E81161E2D538}" dt="2022-10-07T05:03:49.478" v="16" actId="26606"/>
          <ac:cxnSpMkLst>
            <pc:docMk/>
            <pc:sldMk cId="1195193820" sldId="367"/>
            <ac:cxnSpMk id="5137" creationId="{FD2308B7-2829-44DD-B213-27EEBDED1411}"/>
          </ac:cxnSpMkLst>
        </pc:cxnChg>
      </pc:sldChg>
      <pc:sldChg chg="addSp modSp mod setBg">
        <pc:chgData name="MU038787@office.mmu.edu.my" userId="6b4cf657-c331-4894-83da-32eb6862cd52" providerId="ADAL" clId="{8A906D39-CB1F-428F-8940-E81161E2D538}" dt="2022-10-07T05:03:57.446" v="17" actId="26606"/>
        <pc:sldMkLst>
          <pc:docMk/>
          <pc:sldMk cId="1749570818" sldId="368"/>
        </pc:sldMkLst>
        <pc:spChg chg="mod ord">
          <ac:chgData name="MU038787@office.mmu.edu.my" userId="6b4cf657-c331-4894-83da-32eb6862cd52" providerId="ADAL" clId="{8A906D39-CB1F-428F-8940-E81161E2D538}" dt="2022-10-07T05:03:57.446" v="17" actId="26606"/>
          <ac:spMkLst>
            <pc:docMk/>
            <pc:sldMk cId="1749570818" sldId="368"/>
            <ac:spMk id="2" creationId="{00000000-0000-0000-0000-000000000000}"/>
          </ac:spMkLst>
        </pc:spChg>
        <pc:spChg chg="mod">
          <ac:chgData name="MU038787@office.mmu.edu.my" userId="6b4cf657-c331-4894-83da-32eb6862cd52" providerId="ADAL" clId="{8A906D39-CB1F-428F-8940-E81161E2D538}" dt="2022-10-07T05:03:57.446" v="17" actId="26606"/>
          <ac:spMkLst>
            <pc:docMk/>
            <pc:sldMk cId="1749570818" sldId="368"/>
            <ac:spMk id="6146" creationId="{00000000-0000-0000-0000-000000000000}"/>
          </ac:spMkLst>
        </pc:spChg>
        <pc:spChg chg="add">
          <ac:chgData name="MU038787@office.mmu.edu.my" userId="6b4cf657-c331-4894-83da-32eb6862cd52" providerId="ADAL" clId="{8A906D39-CB1F-428F-8940-E81161E2D538}" dt="2022-10-07T05:03:57.446" v="17" actId="26606"/>
          <ac:spMkLst>
            <pc:docMk/>
            <pc:sldMk cId="1749570818" sldId="368"/>
            <ac:spMk id="6151" creationId="{BDF61640-4BA2-4D8F-A789-6FC691492564}"/>
          </ac:spMkLst>
        </pc:spChg>
        <pc:spChg chg="add">
          <ac:chgData name="MU038787@office.mmu.edu.my" userId="6b4cf657-c331-4894-83da-32eb6862cd52" providerId="ADAL" clId="{8A906D39-CB1F-428F-8940-E81161E2D538}" dt="2022-10-07T05:03:57.446" v="17" actId="26606"/>
          <ac:spMkLst>
            <pc:docMk/>
            <pc:sldMk cId="1749570818" sldId="368"/>
            <ac:spMk id="6159" creationId="{E486850E-B8A1-49A8-8191-E022DF9EDEE1}"/>
          </ac:spMkLst>
        </pc:spChg>
        <pc:grpChg chg="add">
          <ac:chgData name="MU038787@office.mmu.edu.my" userId="6b4cf657-c331-4894-83da-32eb6862cd52" providerId="ADAL" clId="{8A906D39-CB1F-428F-8940-E81161E2D538}" dt="2022-10-07T05:03:57.446" v="17" actId="26606"/>
          <ac:grpSpMkLst>
            <pc:docMk/>
            <pc:sldMk cId="1749570818" sldId="368"/>
            <ac:grpSpMk id="6153" creationId="{84C38491-7C9C-4C3A-8CBA-06C361D29CD1}"/>
          </ac:grpSpMkLst>
        </pc:grpChg>
        <pc:picChg chg="mod">
          <ac:chgData name="MU038787@office.mmu.edu.my" userId="6b4cf657-c331-4894-83da-32eb6862cd52" providerId="ADAL" clId="{8A906D39-CB1F-428F-8940-E81161E2D538}" dt="2022-10-07T05:03:57.446" v="17" actId="26606"/>
          <ac:picMkLst>
            <pc:docMk/>
            <pc:sldMk cId="1749570818" sldId="368"/>
            <ac:picMk id="4" creationId="{00000000-0000-0000-0000-000000000000}"/>
          </ac:picMkLst>
        </pc:picChg>
        <pc:picChg chg="mod">
          <ac:chgData name="MU038787@office.mmu.edu.my" userId="6b4cf657-c331-4894-83da-32eb6862cd52" providerId="ADAL" clId="{8A906D39-CB1F-428F-8940-E81161E2D538}" dt="2022-10-07T05:03:57.446" v="17" actId="26606"/>
          <ac:picMkLst>
            <pc:docMk/>
            <pc:sldMk cId="1749570818" sldId="368"/>
            <ac:picMk id="5" creationId="{00000000-0000-0000-0000-000000000000}"/>
          </ac:picMkLst>
        </pc:picChg>
        <pc:picChg chg="mod ord">
          <ac:chgData name="MU038787@office.mmu.edu.my" userId="6b4cf657-c331-4894-83da-32eb6862cd52" providerId="ADAL" clId="{8A906D39-CB1F-428F-8940-E81161E2D538}" dt="2022-10-07T05:03:57.446" v="17" actId="26606"/>
          <ac:picMkLst>
            <pc:docMk/>
            <pc:sldMk cId="1749570818" sldId="368"/>
            <ac:picMk id="6" creationId="{00000000-0000-0000-0000-000000000000}"/>
          </ac:picMkLst>
        </pc:picChg>
        <pc:cxnChg chg="add">
          <ac:chgData name="MU038787@office.mmu.edu.my" userId="6b4cf657-c331-4894-83da-32eb6862cd52" providerId="ADAL" clId="{8A906D39-CB1F-428F-8940-E81161E2D538}" dt="2022-10-07T05:03:57.446" v="17" actId="26606"/>
          <ac:cxnSpMkLst>
            <pc:docMk/>
            <pc:sldMk cId="1749570818" sldId="368"/>
            <ac:cxnSpMk id="6161" creationId="{534633C6-DD5A-4893-BD2E-CC579C500164}"/>
          </ac:cxnSpMkLst>
        </pc:cxnChg>
      </pc:sldChg>
      <pc:sldChg chg="addSp delSp modSp mod setBg">
        <pc:chgData name="MU038787@office.mmu.edu.my" userId="6b4cf657-c331-4894-83da-32eb6862cd52" providerId="ADAL" clId="{8A906D39-CB1F-428F-8940-E81161E2D538}" dt="2022-10-07T05:04:38.326" v="22" actId="26606"/>
        <pc:sldMkLst>
          <pc:docMk/>
          <pc:sldMk cId="1912511776" sldId="369"/>
        </pc:sldMkLst>
        <pc:spChg chg="del mod">
          <ac:chgData name="MU038787@office.mmu.edu.my" userId="6b4cf657-c331-4894-83da-32eb6862cd52" providerId="ADAL" clId="{8A906D39-CB1F-428F-8940-E81161E2D538}" dt="2022-10-07T05:04:38.326" v="22" actId="26606"/>
          <ac:spMkLst>
            <pc:docMk/>
            <pc:sldMk cId="1912511776" sldId="369"/>
            <ac:spMk id="2" creationId="{00000000-0000-0000-0000-000000000000}"/>
          </ac:spMkLst>
        </pc:spChg>
        <pc:spChg chg="mod">
          <ac:chgData name="MU038787@office.mmu.edu.my" userId="6b4cf657-c331-4894-83da-32eb6862cd52" providerId="ADAL" clId="{8A906D39-CB1F-428F-8940-E81161E2D538}" dt="2022-10-07T05:04:38.326" v="22" actId="26606"/>
          <ac:spMkLst>
            <pc:docMk/>
            <pc:sldMk cId="1912511776" sldId="369"/>
            <ac:spMk id="7170" creationId="{00000000-0000-0000-0000-000000000000}"/>
          </ac:spMkLst>
        </pc:spChg>
        <pc:spChg chg="add del">
          <ac:chgData name="MU038787@office.mmu.edu.my" userId="6b4cf657-c331-4894-83da-32eb6862cd52" providerId="ADAL" clId="{8A906D39-CB1F-428F-8940-E81161E2D538}" dt="2022-10-07T05:04:31.464" v="21" actId="26606"/>
          <ac:spMkLst>
            <pc:docMk/>
            <pc:sldMk cId="1912511776" sldId="369"/>
            <ac:spMk id="7175" creationId="{52723366-C73B-4ED6-ADEF-29911C6BC55F}"/>
          </ac:spMkLst>
        </pc:spChg>
        <pc:spChg chg="add del">
          <ac:chgData name="MU038787@office.mmu.edu.my" userId="6b4cf657-c331-4894-83da-32eb6862cd52" providerId="ADAL" clId="{8A906D39-CB1F-428F-8940-E81161E2D538}" dt="2022-10-07T05:04:31.464" v="21" actId="26606"/>
          <ac:spMkLst>
            <pc:docMk/>
            <pc:sldMk cId="1912511776" sldId="369"/>
            <ac:spMk id="7177" creationId="{847A4152-8E41-4D1C-B88C-57C5C430A69E}"/>
          </ac:spMkLst>
        </pc:spChg>
        <pc:spChg chg="add del">
          <ac:chgData name="MU038787@office.mmu.edu.my" userId="6b4cf657-c331-4894-83da-32eb6862cd52" providerId="ADAL" clId="{8A906D39-CB1F-428F-8940-E81161E2D538}" dt="2022-10-07T05:04:31.464" v="21" actId="26606"/>
          <ac:spMkLst>
            <pc:docMk/>
            <pc:sldMk cId="1912511776" sldId="369"/>
            <ac:spMk id="7179" creationId="{999F76F5-72D4-4814-9169-8F535AEEB809}"/>
          </ac:spMkLst>
        </pc:spChg>
        <pc:spChg chg="add del">
          <ac:chgData name="MU038787@office.mmu.edu.my" userId="6b4cf657-c331-4894-83da-32eb6862cd52" providerId="ADAL" clId="{8A906D39-CB1F-428F-8940-E81161E2D538}" dt="2022-10-07T05:04:31.464" v="21" actId="26606"/>
          <ac:spMkLst>
            <pc:docMk/>
            <pc:sldMk cId="1912511776" sldId="369"/>
            <ac:spMk id="7181" creationId="{C6202988-4466-42C5-B33A-AFABF051B4FE}"/>
          </ac:spMkLst>
        </pc:spChg>
        <pc:graphicFrameChg chg="add">
          <ac:chgData name="MU038787@office.mmu.edu.my" userId="6b4cf657-c331-4894-83da-32eb6862cd52" providerId="ADAL" clId="{8A906D39-CB1F-428F-8940-E81161E2D538}" dt="2022-10-07T05:04:38.326" v="22" actId="26606"/>
          <ac:graphicFrameMkLst>
            <pc:docMk/>
            <pc:sldMk cId="1912511776" sldId="369"/>
            <ac:graphicFrameMk id="7172" creationId="{67BBA4CD-5C2D-F8C3-686E-2CF812033A5C}"/>
          </ac:graphicFrameMkLst>
        </pc:graphicFrameChg>
      </pc:sldChg>
      <pc:sldChg chg="addSp delSp modSp mod setBg">
        <pc:chgData name="MU038787@office.mmu.edu.my" userId="6b4cf657-c331-4894-83da-32eb6862cd52" providerId="ADAL" clId="{8A906D39-CB1F-428F-8940-E81161E2D538}" dt="2022-10-07T05:04:19.548" v="19" actId="26606"/>
        <pc:sldMkLst>
          <pc:docMk/>
          <pc:sldMk cId="1602967624" sldId="370"/>
        </pc:sldMkLst>
        <pc:spChg chg="del mod">
          <ac:chgData name="MU038787@office.mmu.edu.my" userId="6b4cf657-c331-4894-83da-32eb6862cd52" providerId="ADAL" clId="{8A906D39-CB1F-428F-8940-E81161E2D538}" dt="2022-10-07T05:04:19.548" v="19" actId="26606"/>
          <ac:spMkLst>
            <pc:docMk/>
            <pc:sldMk cId="1602967624" sldId="370"/>
            <ac:spMk id="2" creationId="{00000000-0000-0000-0000-000000000000}"/>
          </ac:spMkLst>
        </pc:spChg>
        <pc:spChg chg="mod">
          <ac:chgData name="MU038787@office.mmu.edu.my" userId="6b4cf657-c331-4894-83da-32eb6862cd52" providerId="ADAL" clId="{8A906D39-CB1F-428F-8940-E81161E2D538}" dt="2022-10-07T05:04:19.548" v="19" actId="26606"/>
          <ac:spMkLst>
            <pc:docMk/>
            <pc:sldMk cId="1602967624" sldId="370"/>
            <ac:spMk id="8194" creationId="{00000000-0000-0000-0000-000000000000}"/>
          </ac:spMkLst>
        </pc:spChg>
        <pc:graphicFrameChg chg="add">
          <ac:chgData name="MU038787@office.mmu.edu.my" userId="6b4cf657-c331-4894-83da-32eb6862cd52" providerId="ADAL" clId="{8A906D39-CB1F-428F-8940-E81161E2D538}" dt="2022-10-07T05:04:19.548" v="19" actId="26606"/>
          <ac:graphicFrameMkLst>
            <pc:docMk/>
            <pc:sldMk cId="1602967624" sldId="370"/>
            <ac:graphicFrameMk id="8196" creationId="{053DC1A9-09EA-7C02-09D0-38D2A61C5892}"/>
          </ac:graphicFrameMkLst>
        </pc:graphicFrameChg>
      </pc:sldChg>
      <pc:sldChg chg="addSp modSp mod setBg">
        <pc:chgData name="MU038787@office.mmu.edu.my" userId="6b4cf657-c331-4894-83da-32eb6862cd52" providerId="ADAL" clId="{8A906D39-CB1F-428F-8940-E81161E2D538}" dt="2022-10-07T05:04:44.379" v="23" actId="26606"/>
        <pc:sldMkLst>
          <pc:docMk/>
          <pc:sldMk cId="1358656180" sldId="371"/>
        </pc:sldMkLst>
        <pc:spChg chg="mod">
          <ac:chgData name="MU038787@office.mmu.edu.my" userId="6b4cf657-c331-4894-83da-32eb6862cd52" providerId="ADAL" clId="{8A906D39-CB1F-428F-8940-E81161E2D538}" dt="2022-10-07T05:04:44.379" v="23" actId="26606"/>
          <ac:spMkLst>
            <pc:docMk/>
            <pc:sldMk cId="1358656180" sldId="371"/>
            <ac:spMk id="2" creationId="{00000000-0000-0000-0000-000000000000}"/>
          </ac:spMkLst>
        </pc:spChg>
        <pc:spChg chg="mod">
          <ac:chgData name="MU038787@office.mmu.edu.my" userId="6b4cf657-c331-4894-83da-32eb6862cd52" providerId="ADAL" clId="{8A906D39-CB1F-428F-8940-E81161E2D538}" dt="2022-10-07T05:04:44.379" v="23" actId="26606"/>
          <ac:spMkLst>
            <pc:docMk/>
            <pc:sldMk cId="1358656180" sldId="371"/>
            <ac:spMk id="9218" creationId="{00000000-0000-0000-0000-000000000000}"/>
          </ac:spMkLst>
        </pc:spChg>
        <pc:spChg chg="add">
          <ac:chgData name="MU038787@office.mmu.edu.my" userId="6b4cf657-c331-4894-83da-32eb6862cd52" providerId="ADAL" clId="{8A906D39-CB1F-428F-8940-E81161E2D538}" dt="2022-10-07T05:04:44.379" v="23" actId="26606"/>
          <ac:spMkLst>
            <pc:docMk/>
            <pc:sldMk cId="1358656180" sldId="371"/>
            <ac:spMk id="9223" creationId="{DC878D9A-77BE-4701-AE3D-EEFC53CD50BC}"/>
          </ac:spMkLst>
        </pc:spChg>
        <pc:spChg chg="add">
          <ac:chgData name="MU038787@office.mmu.edu.my" userId="6b4cf657-c331-4894-83da-32eb6862cd52" providerId="ADAL" clId="{8A906D39-CB1F-428F-8940-E81161E2D538}" dt="2022-10-07T05:04:44.379" v="23" actId="26606"/>
          <ac:spMkLst>
            <pc:docMk/>
            <pc:sldMk cId="1358656180" sldId="371"/>
            <ac:spMk id="9225" creationId="{F643BE08-0ED1-4B73-AC6D-B7E26A59CDAA}"/>
          </ac:spMkLst>
        </pc:spChg>
        <pc:spChg chg="add">
          <ac:chgData name="MU038787@office.mmu.edu.my" userId="6b4cf657-c331-4894-83da-32eb6862cd52" providerId="ADAL" clId="{8A906D39-CB1F-428F-8940-E81161E2D538}" dt="2022-10-07T05:04:44.379" v="23" actId="26606"/>
          <ac:spMkLst>
            <pc:docMk/>
            <pc:sldMk cId="1358656180" sldId="371"/>
            <ac:spMk id="9227" creationId="{956B2094-7FC0-45FC-BFED-3CB88CEE63F5}"/>
          </ac:spMkLst>
        </pc:spChg>
        <pc:spChg chg="add">
          <ac:chgData name="MU038787@office.mmu.edu.my" userId="6b4cf657-c331-4894-83da-32eb6862cd52" providerId="ADAL" clId="{8A906D39-CB1F-428F-8940-E81161E2D538}" dt="2022-10-07T05:04:44.379" v="23" actId="26606"/>
          <ac:spMkLst>
            <pc:docMk/>
            <pc:sldMk cId="1358656180" sldId="371"/>
            <ac:spMk id="9229" creationId="{07A4B640-BB7F-4272-A710-068DBA9F9A6E}"/>
          </ac:spMkLst>
        </pc:spChg>
      </pc:sldChg>
      <pc:sldChg chg="addSp modSp mod setBg">
        <pc:chgData name="MU038787@office.mmu.edu.my" userId="6b4cf657-c331-4894-83da-32eb6862cd52" providerId="ADAL" clId="{8A906D39-CB1F-428F-8940-E81161E2D538}" dt="2022-10-07T05:04:48.119" v="24" actId="26606"/>
        <pc:sldMkLst>
          <pc:docMk/>
          <pc:sldMk cId="2349819696" sldId="372"/>
        </pc:sldMkLst>
        <pc:spChg chg="mod">
          <ac:chgData name="MU038787@office.mmu.edu.my" userId="6b4cf657-c331-4894-83da-32eb6862cd52" providerId="ADAL" clId="{8A906D39-CB1F-428F-8940-E81161E2D538}" dt="2022-10-07T05:04:48.119" v="24" actId="26606"/>
          <ac:spMkLst>
            <pc:docMk/>
            <pc:sldMk cId="2349819696" sldId="372"/>
            <ac:spMk id="2" creationId="{00000000-0000-0000-0000-000000000000}"/>
          </ac:spMkLst>
        </pc:spChg>
        <pc:spChg chg="mod">
          <ac:chgData name="MU038787@office.mmu.edu.my" userId="6b4cf657-c331-4894-83da-32eb6862cd52" providerId="ADAL" clId="{8A906D39-CB1F-428F-8940-E81161E2D538}" dt="2022-10-07T05:04:48.119" v="24" actId="26606"/>
          <ac:spMkLst>
            <pc:docMk/>
            <pc:sldMk cId="2349819696" sldId="372"/>
            <ac:spMk id="10242" creationId="{00000000-0000-0000-0000-000000000000}"/>
          </ac:spMkLst>
        </pc:spChg>
        <pc:spChg chg="add">
          <ac:chgData name="MU038787@office.mmu.edu.my" userId="6b4cf657-c331-4894-83da-32eb6862cd52" providerId="ADAL" clId="{8A906D39-CB1F-428F-8940-E81161E2D538}" dt="2022-10-07T05:04:48.119" v="24" actId="26606"/>
          <ac:spMkLst>
            <pc:docMk/>
            <pc:sldMk cId="2349819696" sldId="372"/>
            <ac:spMk id="10247" creationId="{DC878D9A-77BE-4701-AE3D-EEFC53CD50BC}"/>
          </ac:spMkLst>
        </pc:spChg>
        <pc:spChg chg="add">
          <ac:chgData name="MU038787@office.mmu.edu.my" userId="6b4cf657-c331-4894-83da-32eb6862cd52" providerId="ADAL" clId="{8A906D39-CB1F-428F-8940-E81161E2D538}" dt="2022-10-07T05:04:48.119" v="24" actId="26606"/>
          <ac:spMkLst>
            <pc:docMk/>
            <pc:sldMk cId="2349819696" sldId="372"/>
            <ac:spMk id="10249" creationId="{F643BE08-0ED1-4B73-AC6D-B7E26A59CDAA}"/>
          </ac:spMkLst>
        </pc:spChg>
        <pc:spChg chg="add">
          <ac:chgData name="MU038787@office.mmu.edu.my" userId="6b4cf657-c331-4894-83da-32eb6862cd52" providerId="ADAL" clId="{8A906D39-CB1F-428F-8940-E81161E2D538}" dt="2022-10-07T05:04:48.119" v="24" actId="26606"/>
          <ac:spMkLst>
            <pc:docMk/>
            <pc:sldMk cId="2349819696" sldId="372"/>
            <ac:spMk id="10251" creationId="{956B2094-7FC0-45FC-BFED-3CB88CEE63F5}"/>
          </ac:spMkLst>
        </pc:spChg>
        <pc:spChg chg="add">
          <ac:chgData name="MU038787@office.mmu.edu.my" userId="6b4cf657-c331-4894-83da-32eb6862cd52" providerId="ADAL" clId="{8A906D39-CB1F-428F-8940-E81161E2D538}" dt="2022-10-07T05:04:48.119" v="24" actId="26606"/>
          <ac:spMkLst>
            <pc:docMk/>
            <pc:sldMk cId="2349819696" sldId="372"/>
            <ac:spMk id="10253" creationId="{07A4B640-BB7F-4272-A710-068DBA9F9A6E}"/>
          </ac:spMkLst>
        </pc:spChg>
      </pc:sldChg>
      <pc:sldChg chg="addSp modSp mod setBg">
        <pc:chgData name="MU038787@office.mmu.edu.my" userId="6b4cf657-c331-4894-83da-32eb6862cd52" providerId="ADAL" clId="{8A906D39-CB1F-428F-8940-E81161E2D538}" dt="2022-10-07T05:04:52.957" v="25" actId="26606"/>
        <pc:sldMkLst>
          <pc:docMk/>
          <pc:sldMk cId="2736862349" sldId="373"/>
        </pc:sldMkLst>
        <pc:spChg chg="mod">
          <ac:chgData name="MU038787@office.mmu.edu.my" userId="6b4cf657-c331-4894-83da-32eb6862cd52" providerId="ADAL" clId="{8A906D39-CB1F-428F-8940-E81161E2D538}" dt="2022-10-07T05:04:52.957" v="25" actId="26606"/>
          <ac:spMkLst>
            <pc:docMk/>
            <pc:sldMk cId="2736862349" sldId="373"/>
            <ac:spMk id="11266" creationId="{00000000-0000-0000-0000-000000000000}"/>
          </ac:spMkLst>
        </pc:spChg>
        <pc:spChg chg="add">
          <ac:chgData name="MU038787@office.mmu.edu.my" userId="6b4cf657-c331-4894-83da-32eb6862cd52" providerId="ADAL" clId="{8A906D39-CB1F-428F-8940-E81161E2D538}" dt="2022-10-07T05:04:52.957" v="25" actId="26606"/>
          <ac:spMkLst>
            <pc:docMk/>
            <pc:sldMk cId="2736862349" sldId="373"/>
            <ac:spMk id="11280" creationId="{1755C732-3264-4614-8316-41F75483710B}"/>
          </ac:spMkLst>
        </pc:spChg>
        <pc:spChg chg="add">
          <ac:chgData name="MU038787@office.mmu.edu.my" userId="6b4cf657-c331-4894-83da-32eb6862cd52" providerId="ADAL" clId="{8A906D39-CB1F-428F-8940-E81161E2D538}" dt="2022-10-07T05:04:52.957" v="25" actId="26606"/>
          <ac:spMkLst>
            <pc:docMk/>
            <pc:sldMk cId="2736862349" sldId="373"/>
            <ac:spMk id="11288" creationId="{4AD786D6-2C42-45AF-888B-F2038C4D0A70}"/>
          </ac:spMkLst>
        </pc:spChg>
        <pc:grpChg chg="add">
          <ac:chgData name="MU038787@office.mmu.edu.my" userId="6b4cf657-c331-4894-83da-32eb6862cd52" providerId="ADAL" clId="{8A906D39-CB1F-428F-8940-E81161E2D538}" dt="2022-10-07T05:04:52.957" v="25" actId="26606"/>
          <ac:grpSpMkLst>
            <pc:docMk/>
            <pc:sldMk cId="2736862349" sldId="373"/>
            <ac:grpSpMk id="11272" creationId="{749C117F-F390-437B-ADB0-57E87EFF34F5}"/>
          </ac:grpSpMkLst>
        </pc:grpChg>
        <pc:grpChg chg="add">
          <ac:chgData name="MU038787@office.mmu.edu.my" userId="6b4cf657-c331-4894-83da-32eb6862cd52" providerId="ADAL" clId="{8A906D39-CB1F-428F-8940-E81161E2D538}" dt="2022-10-07T05:04:52.957" v="25" actId="26606"/>
          <ac:grpSpMkLst>
            <pc:docMk/>
            <pc:sldMk cId="2736862349" sldId="373"/>
            <ac:grpSpMk id="11282" creationId="{59C7C6ED-4EA1-4532-A820-59A8ADEEE0F9}"/>
          </ac:grpSpMkLst>
        </pc:grpChg>
        <pc:picChg chg="mod">
          <ac:chgData name="MU038787@office.mmu.edu.my" userId="6b4cf657-c331-4894-83da-32eb6862cd52" providerId="ADAL" clId="{8A906D39-CB1F-428F-8940-E81161E2D538}" dt="2022-10-07T05:04:52.957" v="25" actId="26606"/>
          <ac:picMkLst>
            <pc:docMk/>
            <pc:sldMk cId="2736862349" sldId="373"/>
            <ac:picMk id="11267" creationId="{00000000-0000-0000-0000-000000000000}"/>
          </ac:picMkLst>
        </pc:picChg>
        <pc:cxnChg chg="add">
          <ac:chgData name="MU038787@office.mmu.edu.my" userId="6b4cf657-c331-4894-83da-32eb6862cd52" providerId="ADAL" clId="{8A906D39-CB1F-428F-8940-E81161E2D538}" dt="2022-10-07T05:04:52.957" v="25" actId="26606"/>
          <ac:cxnSpMkLst>
            <pc:docMk/>
            <pc:sldMk cId="2736862349" sldId="373"/>
            <ac:cxnSpMk id="11278" creationId="{20742BC3-654B-4E41-9A6A-73A42E477639}"/>
          </ac:cxnSpMkLst>
        </pc:cxnChg>
        <pc:cxnChg chg="add">
          <ac:chgData name="MU038787@office.mmu.edu.my" userId="6b4cf657-c331-4894-83da-32eb6862cd52" providerId="ADAL" clId="{8A906D39-CB1F-428F-8940-E81161E2D538}" dt="2022-10-07T05:04:52.957" v="25" actId="26606"/>
          <ac:cxnSpMkLst>
            <pc:docMk/>
            <pc:sldMk cId="2736862349" sldId="373"/>
            <ac:cxnSpMk id="11290" creationId="{B8D6659D-FA60-4C6D-A9F6-063E294AA159}"/>
          </ac:cxnSpMkLst>
        </pc:cxnChg>
      </pc:sldChg>
      <pc:sldChg chg="addSp delSp modSp mod setBg">
        <pc:chgData name="MU038787@office.mmu.edu.my" userId="6b4cf657-c331-4894-83da-32eb6862cd52" providerId="ADAL" clId="{8A906D39-CB1F-428F-8940-E81161E2D538}" dt="2022-10-07T05:07:00.002" v="37" actId="26606"/>
        <pc:sldMkLst>
          <pc:docMk/>
          <pc:sldMk cId="4286884183" sldId="374"/>
        </pc:sldMkLst>
        <pc:spChg chg="add del">
          <ac:chgData name="MU038787@office.mmu.edu.my" userId="6b4cf657-c331-4894-83da-32eb6862cd52" providerId="ADAL" clId="{8A906D39-CB1F-428F-8940-E81161E2D538}" dt="2022-10-07T05:07:00.002" v="37" actId="26606"/>
          <ac:spMkLst>
            <pc:docMk/>
            <pc:sldMk cId="4286884183" sldId="374"/>
            <ac:spMk id="2" creationId="{00000000-0000-0000-0000-000000000000}"/>
          </ac:spMkLst>
        </pc:spChg>
        <pc:spChg chg="mod">
          <ac:chgData name="MU038787@office.mmu.edu.my" userId="6b4cf657-c331-4894-83da-32eb6862cd52" providerId="ADAL" clId="{8A906D39-CB1F-428F-8940-E81161E2D538}" dt="2022-10-07T05:07:00.002" v="37" actId="26606"/>
          <ac:spMkLst>
            <pc:docMk/>
            <pc:sldMk cId="4286884183" sldId="374"/>
            <ac:spMk id="12290" creationId="{00000000-0000-0000-0000-000000000000}"/>
          </ac:spMkLst>
        </pc:spChg>
        <pc:spChg chg="add del">
          <ac:chgData name="MU038787@office.mmu.edu.my" userId="6b4cf657-c331-4894-83da-32eb6862cd52" providerId="ADAL" clId="{8A906D39-CB1F-428F-8940-E81161E2D538}" dt="2022-10-07T05:07:00.002" v="37" actId="26606"/>
          <ac:spMkLst>
            <pc:docMk/>
            <pc:sldMk cId="4286884183" sldId="374"/>
            <ac:spMk id="12298" creationId="{A75876F6-95D4-48CB-8E3E-4401A96E25A4}"/>
          </ac:spMkLst>
        </pc:spChg>
        <pc:spChg chg="add del">
          <ac:chgData name="MU038787@office.mmu.edu.my" userId="6b4cf657-c331-4894-83da-32eb6862cd52" providerId="ADAL" clId="{8A906D39-CB1F-428F-8940-E81161E2D538}" dt="2022-10-07T05:07:00.002" v="37" actId="26606"/>
          <ac:spMkLst>
            <pc:docMk/>
            <pc:sldMk cId="4286884183" sldId="374"/>
            <ac:spMk id="12300" creationId="{D1B84719-90BB-4D0C-92D8-61DC5512B34B}"/>
          </ac:spMkLst>
        </pc:spChg>
        <pc:spChg chg="add del">
          <ac:chgData name="MU038787@office.mmu.edu.my" userId="6b4cf657-c331-4894-83da-32eb6862cd52" providerId="ADAL" clId="{8A906D39-CB1F-428F-8940-E81161E2D538}" dt="2022-10-07T05:07:00.002" v="37" actId="26606"/>
          <ac:spMkLst>
            <pc:docMk/>
            <pc:sldMk cId="4286884183" sldId="374"/>
            <ac:spMk id="12304" creationId="{52BE4420-3B5F-4549-8B4A-77855B8215EC}"/>
          </ac:spMkLst>
        </pc:spChg>
        <pc:spChg chg="add del">
          <ac:chgData name="MU038787@office.mmu.edu.my" userId="6b4cf657-c331-4894-83da-32eb6862cd52" providerId="ADAL" clId="{8A906D39-CB1F-428F-8940-E81161E2D538}" dt="2022-10-07T05:07:00.002" v="37" actId="26606"/>
          <ac:spMkLst>
            <pc:docMk/>
            <pc:sldMk cId="4286884183" sldId="374"/>
            <ac:spMk id="12305" creationId="{7B407EC4-5D16-4845-9840-4E28622B6568}"/>
          </ac:spMkLst>
        </pc:spChg>
        <pc:grpChg chg="add del">
          <ac:chgData name="MU038787@office.mmu.edu.my" userId="6b4cf657-c331-4894-83da-32eb6862cd52" providerId="ADAL" clId="{8A906D39-CB1F-428F-8940-E81161E2D538}" dt="2022-10-07T05:05:08.540" v="27" actId="26606"/>
          <ac:grpSpMkLst>
            <pc:docMk/>
            <pc:sldMk cId="4286884183" sldId="374"/>
            <ac:grpSpMk id="12296" creationId="{E7DEDD00-5E71-418B-9C3C-9B71B018221A}"/>
          </ac:grpSpMkLst>
        </pc:grpChg>
        <pc:graphicFrameChg chg="add del">
          <ac:chgData name="MU038787@office.mmu.edu.my" userId="6b4cf657-c331-4894-83da-32eb6862cd52" providerId="ADAL" clId="{8A906D39-CB1F-428F-8940-E81161E2D538}" dt="2022-10-07T05:05:08.540" v="27" actId="26606"/>
          <ac:graphicFrameMkLst>
            <pc:docMk/>
            <pc:sldMk cId="4286884183" sldId="374"/>
            <ac:graphicFrameMk id="12292" creationId="{D52562DC-20F2-6470-AF52-00AA2E618DE8}"/>
          </ac:graphicFrameMkLst>
        </pc:graphicFrameChg>
        <pc:graphicFrameChg chg="add del">
          <ac:chgData name="MU038787@office.mmu.edu.my" userId="6b4cf657-c331-4894-83da-32eb6862cd52" providerId="ADAL" clId="{8A906D39-CB1F-428F-8940-E81161E2D538}" dt="2022-10-07T05:05:19.899" v="29" actId="26606"/>
          <ac:graphicFrameMkLst>
            <pc:docMk/>
            <pc:sldMk cId="4286884183" sldId="374"/>
            <ac:graphicFrameMk id="12302" creationId="{B0FC9D23-322D-0AD3-563A-42AC1DD20480}"/>
          </ac:graphicFrameMkLst>
        </pc:graphicFrameChg>
        <pc:graphicFrameChg chg="add del">
          <ac:chgData name="MU038787@office.mmu.edu.my" userId="6b4cf657-c331-4894-83da-32eb6862cd52" providerId="ADAL" clId="{8A906D39-CB1F-428F-8940-E81161E2D538}" dt="2022-10-07T05:07:00.002" v="37" actId="26606"/>
          <ac:graphicFrameMkLst>
            <pc:docMk/>
            <pc:sldMk cId="4286884183" sldId="374"/>
            <ac:graphicFrameMk id="12306" creationId="{738F9130-F9FB-DAB5-7BDC-DFB4A8E679EA}"/>
          </ac:graphicFrameMkLst>
        </pc:graphicFrameChg>
      </pc:sldChg>
      <pc:sldChg chg="modSp mod">
        <pc:chgData name="MU038787@office.mmu.edu.my" userId="6b4cf657-c331-4894-83da-32eb6862cd52" providerId="ADAL" clId="{8A906D39-CB1F-428F-8940-E81161E2D538}" dt="2022-10-07T05:07:20.837" v="38" actId="33524"/>
        <pc:sldMkLst>
          <pc:docMk/>
          <pc:sldMk cId="3257942573" sldId="376"/>
        </pc:sldMkLst>
        <pc:spChg chg="mod">
          <ac:chgData name="MU038787@office.mmu.edu.my" userId="6b4cf657-c331-4894-83da-32eb6862cd52" providerId="ADAL" clId="{8A906D39-CB1F-428F-8940-E81161E2D538}" dt="2022-10-07T05:07:20.837" v="38" actId="33524"/>
          <ac:spMkLst>
            <pc:docMk/>
            <pc:sldMk cId="3257942573" sldId="376"/>
            <ac:spMk id="3" creationId="{00000000-0000-0000-0000-000000000000}"/>
          </ac:spMkLst>
        </pc:spChg>
      </pc:sldChg>
      <pc:sldChg chg="addSp delSp modSp mod setBg">
        <pc:chgData name="MU038787@office.mmu.edu.my" userId="6b4cf657-c331-4894-83da-32eb6862cd52" providerId="ADAL" clId="{8A906D39-CB1F-428F-8940-E81161E2D538}" dt="2022-10-07T05:07:39.420" v="42" actId="33524"/>
        <pc:sldMkLst>
          <pc:docMk/>
          <pc:sldMk cId="2674241200" sldId="377"/>
        </pc:sldMkLst>
        <pc:spChg chg="mod ord">
          <ac:chgData name="MU038787@office.mmu.edu.my" userId="6b4cf657-c331-4894-83da-32eb6862cd52" providerId="ADAL" clId="{8A906D39-CB1F-428F-8940-E81161E2D538}" dt="2022-10-07T05:07:39.420" v="42" actId="33524"/>
          <ac:spMkLst>
            <pc:docMk/>
            <pc:sldMk cId="2674241200" sldId="377"/>
            <ac:spMk id="2" creationId="{00000000-0000-0000-0000-000000000000}"/>
          </ac:spMkLst>
        </pc:spChg>
        <pc:spChg chg="mod">
          <ac:chgData name="MU038787@office.mmu.edu.my" userId="6b4cf657-c331-4894-83da-32eb6862cd52" providerId="ADAL" clId="{8A906D39-CB1F-428F-8940-E81161E2D538}" dt="2022-10-07T05:07:35.471" v="41" actId="26606"/>
          <ac:spMkLst>
            <pc:docMk/>
            <pc:sldMk cId="2674241200" sldId="377"/>
            <ac:spMk id="15362" creationId="{00000000-0000-0000-0000-000000000000}"/>
          </ac:spMkLst>
        </pc:spChg>
        <pc:spChg chg="add del">
          <ac:chgData name="MU038787@office.mmu.edu.my" userId="6b4cf657-c331-4894-83da-32eb6862cd52" providerId="ADAL" clId="{8A906D39-CB1F-428F-8940-E81161E2D538}" dt="2022-10-07T05:07:35.447" v="40" actId="26606"/>
          <ac:spMkLst>
            <pc:docMk/>
            <pc:sldMk cId="2674241200" sldId="377"/>
            <ac:spMk id="15367" creationId="{572F6A24-139E-4EB5-86D2-431F42EF85CB}"/>
          </ac:spMkLst>
        </pc:spChg>
        <pc:spChg chg="add del">
          <ac:chgData name="MU038787@office.mmu.edu.my" userId="6b4cf657-c331-4894-83da-32eb6862cd52" providerId="ADAL" clId="{8A906D39-CB1F-428F-8940-E81161E2D538}" dt="2022-10-07T05:07:35.447" v="40" actId="26606"/>
          <ac:spMkLst>
            <pc:docMk/>
            <pc:sldMk cId="2674241200" sldId="377"/>
            <ac:spMk id="15375" creationId="{C9DA5B05-DD14-4860-AC45-02A8D2EE1AA5}"/>
          </ac:spMkLst>
        </pc:spChg>
        <pc:grpChg chg="add del">
          <ac:chgData name="MU038787@office.mmu.edu.my" userId="6b4cf657-c331-4894-83da-32eb6862cd52" providerId="ADAL" clId="{8A906D39-CB1F-428F-8940-E81161E2D538}" dt="2022-10-07T05:07:35.447" v="40" actId="26606"/>
          <ac:grpSpMkLst>
            <pc:docMk/>
            <pc:sldMk cId="2674241200" sldId="377"/>
            <ac:grpSpMk id="15369" creationId="{3963AE85-BE5D-4975-BACF-DDDCC9C2ACDE}"/>
          </ac:grpSpMkLst>
        </pc:grpChg>
        <pc:picChg chg="mod">
          <ac:chgData name="MU038787@office.mmu.edu.my" userId="6b4cf657-c331-4894-83da-32eb6862cd52" providerId="ADAL" clId="{8A906D39-CB1F-428F-8940-E81161E2D538}" dt="2022-10-07T05:07:35.471" v="41" actId="26606"/>
          <ac:picMkLst>
            <pc:docMk/>
            <pc:sldMk cId="2674241200" sldId="377"/>
            <ac:picMk id="3" creationId="{00000000-0000-0000-0000-000000000000}"/>
          </ac:picMkLst>
        </pc:picChg>
        <pc:cxnChg chg="add del">
          <ac:chgData name="MU038787@office.mmu.edu.my" userId="6b4cf657-c331-4894-83da-32eb6862cd52" providerId="ADAL" clId="{8A906D39-CB1F-428F-8940-E81161E2D538}" dt="2022-10-07T05:07:35.447" v="40" actId="26606"/>
          <ac:cxnSpMkLst>
            <pc:docMk/>
            <pc:sldMk cId="2674241200" sldId="377"/>
            <ac:cxnSpMk id="15377" creationId="{36BE37AC-AD36-4C42-9B8C-C5500F4E7C63}"/>
          </ac:cxnSpMkLst>
        </pc:cxnChg>
      </pc:sldChg>
      <pc:sldChg chg="addSp delSp modSp mod setBg">
        <pc:chgData name="MU038787@office.mmu.edu.my" userId="6b4cf657-c331-4894-83da-32eb6862cd52" providerId="ADAL" clId="{8A906D39-CB1F-428F-8940-E81161E2D538}" dt="2022-10-07T05:09:18.795" v="47" actId="26606"/>
        <pc:sldMkLst>
          <pc:docMk/>
          <pc:sldMk cId="3191597734" sldId="381"/>
        </pc:sldMkLst>
        <pc:spChg chg="mod ord">
          <ac:chgData name="MU038787@office.mmu.edu.my" userId="6b4cf657-c331-4894-83da-32eb6862cd52" providerId="ADAL" clId="{8A906D39-CB1F-428F-8940-E81161E2D538}" dt="2022-10-07T05:09:18.795" v="47" actId="26606"/>
          <ac:spMkLst>
            <pc:docMk/>
            <pc:sldMk cId="3191597734" sldId="381"/>
            <ac:spMk id="2" creationId="{00000000-0000-0000-0000-000000000000}"/>
          </ac:spMkLst>
        </pc:spChg>
        <pc:spChg chg="mod">
          <ac:chgData name="MU038787@office.mmu.edu.my" userId="6b4cf657-c331-4894-83da-32eb6862cd52" providerId="ADAL" clId="{8A906D39-CB1F-428F-8940-E81161E2D538}" dt="2022-10-07T05:09:18.795" v="47" actId="26606"/>
          <ac:spMkLst>
            <pc:docMk/>
            <pc:sldMk cId="3191597734" sldId="381"/>
            <ac:spMk id="19458" creationId="{00000000-0000-0000-0000-000000000000}"/>
          </ac:spMkLst>
        </pc:spChg>
        <pc:spChg chg="add del">
          <ac:chgData name="MU038787@office.mmu.edu.my" userId="6b4cf657-c331-4894-83da-32eb6862cd52" providerId="ADAL" clId="{8A906D39-CB1F-428F-8940-E81161E2D538}" dt="2022-10-07T05:09:18.771" v="46" actId="26606"/>
          <ac:spMkLst>
            <pc:docMk/>
            <pc:sldMk cId="3191597734" sldId="381"/>
            <ac:spMk id="19463" creationId="{22AC0F86-9A78-4E84-A4B4-ADB8B2629A0C}"/>
          </ac:spMkLst>
        </pc:spChg>
        <pc:spChg chg="add del">
          <ac:chgData name="MU038787@office.mmu.edu.my" userId="6b4cf657-c331-4894-83da-32eb6862cd52" providerId="ADAL" clId="{8A906D39-CB1F-428F-8940-E81161E2D538}" dt="2022-10-07T05:09:18.771" v="46" actId="26606"/>
          <ac:spMkLst>
            <pc:docMk/>
            <pc:sldMk cId="3191597734" sldId="381"/>
            <ac:spMk id="19471" creationId="{69A54E25-1C05-48E5-A5CC-3778C1D3632D}"/>
          </ac:spMkLst>
        </pc:spChg>
        <pc:grpChg chg="add del">
          <ac:chgData name="MU038787@office.mmu.edu.my" userId="6b4cf657-c331-4894-83da-32eb6862cd52" providerId="ADAL" clId="{8A906D39-CB1F-428F-8940-E81161E2D538}" dt="2022-10-07T05:09:18.771" v="46" actId="26606"/>
          <ac:grpSpMkLst>
            <pc:docMk/>
            <pc:sldMk cId="3191597734" sldId="381"/>
            <ac:grpSpMk id="19465" creationId="{4AF78B9E-8BE2-4706-9377-A05FA25ABABF}"/>
          </ac:grpSpMkLst>
        </pc:grpChg>
        <pc:picChg chg="mod">
          <ac:chgData name="MU038787@office.mmu.edu.my" userId="6b4cf657-c331-4894-83da-32eb6862cd52" providerId="ADAL" clId="{8A906D39-CB1F-428F-8940-E81161E2D538}" dt="2022-10-07T05:09:18.795" v="47" actId="26606"/>
          <ac:picMkLst>
            <pc:docMk/>
            <pc:sldMk cId="3191597734" sldId="381"/>
            <ac:picMk id="3" creationId="{00000000-0000-0000-0000-000000000000}"/>
          </ac:picMkLst>
        </pc:picChg>
        <pc:cxnChg chg="add del">
          <ac:chgData name="MU038787@office.mmu.edu.my" userId="6b4cf657-c331-4894-83da-32eb6862cd52" providerId="ADAL" clId="{8A906D39-CB1F-428F-8940-E81161E2D538}" dt="2022-10-07T05:09:18.771" v="46" actId="26606"/>
          <ac:cxnSpMkLst>
            <pc:docMk/>
            <pc:sldMk cId="3191597734" sldId="381"/>
            <ac:cxnSpMk id="19473" creationId="{0E5D0023-B23E-4823-8D72-B07FFF8CAE96}"/>
          </ac:cxnSpMkLst>
        </pc:cxnChg>
      </pc:sldChg>
      <pc:sldChg chg="addSp delSp modSp mod setBg">
        <pc:chgData name="MU038787@office.mmu.edu.my" userId="6b4cf657-c331-4894-83da-32eb6862cd52" providerId="ADAL" clId="{8A906D39-CB1F-428F-8940-E81161E2D538}" dt="2022-10-07T05:10:19.460" v="52" actId="1076"/>
        <pc:sldMkLst>
          <pc:docMk/>
          <pc:sldMk cId="4137824716" sldId="382"/>
        </pc:sldMkLst>
        <pc:spChg chg="mod ord">
          <ac:chgData name="MU038787@office.mmu.edu.my" userId="6b4cf657-c331-4894-83da-32eb6862cd52" providerId="ADAL" clId="{8A906D39-CB1F-428F-8940-E81161E2D538}" dt="2022-10-07T05:09:53.091" v="50" actId="26606"/>
          <ac:spMkLst>
            <pc:docMk/>
            <pc:sldMk cId="4137824716" sldId="382"/>
            <ac:spMk id="2" creationId="{00000000-0000-0000-0000-000000000000}"/>
          </ac:spMkLst>
        </pc:spChg>
        <pc:spChg chg="mod">
          <ac:chgData name="MU038787@office.mmu.edu.my" userId="6b4cf657-c331-4894-83da-32eb6862cd52" providerId="ADAL" clId="{8A906D39-CB1F-428F-8940-E81161E2D538}" dt="2022-10-07T05:09:53.091" v="50" actId="26606"/>
          <ac:spMkLst>
            <pc:docMk/>
            <pc:sldMk cId="4137824716" sldId="382"/>
            <ac:spMk id="20482" creationId="{00000000-0000-0000-0000-000000000000}"/>
          </ac:spMkLst>
        </pc:spChg>
        <pc:spChg chg="add del">
          <ac:chgData name="MU038787@office.mmu.edu.my" userId="6b4cf657-c331-4894-83da-32eb6862cd52" providerId="ADAL" clId="{8A906D39-CB1F-428F-8940-E81161E2D538}" dt="2022-10-07T05:09:53.091" v="50" actId="26606"/>
          <ac:spMkLst>
            <pc:docMk/>
            <pc:sldMk cId="4137824716" sldId="382"/>
            <ac:spMk id="20487" creationId="{ED56E41F-B8E0-4D18-B554-FD40260DE0E3}"/>
          </ac:spMkLst>
        </pc:spChg>
        <pc:spChg chg="add del">
          <ac:chgData name="MU038787@office.mmu.edu.my" userId="6b4cf657-c331-4894-83da-32eb6862cd52" providerId="ADAL" clId="{8A906D39-CB1F-428F-8940-E81161E2D538}" dt="2022-10-07T05:09:53.091" v="50" actId="26606"/>
          <ac:spMkLst>
            <pc:docMk/>
            <pc:sldMk cId="4137824716" sldId="382"/>
            <ac:spMk id="20495" creationId="{23E937B9-07EE-456A-A31C-41A8866E28A2}"/>
          </ac:spMkLst>
        </pc:spChg>
        <pc:grpChg chg="add del">
          <ac:chgData name="MU038787@office.mmu.edu.my" userId="6b4cf657-c331-4894-83da-32eb6862cd52" providerId="ADAL" clId="{8A906D39-CB1F-428F-8940-E81161E2D538}" dt="2022-10-07T05:09:53.091" v="50" actId="26606"/>
          <ac:grpSpMkLst>
            <pc:docMk/>
            <pc:sldMk cId="4137824716" sldId="382"/>
            <ac:grpSpMk id="20489" creationId="{2DB31E17-E562-4F82-98D0-858C84120F34}"/>
          </ac:grpSpMkLst>
        </pc:grpChg>
        <pc:picChg chg="mod">
          <ac:chgData name="MU038787@office.mmu.edu.my" userId="6b4cf657-c331-4894-83da-32eb6862cd52" providerId="ADAL" clId="{8A906D39-CB1F-428F-8940-E81161E2D538}" dt="2022-10-07T05:10:19.460" v="52" actId="1076"/>
          <ac:picMkLst>
            <pc:docMk/>
            <pc:sldMk cId="4137824716" sldId="382"/>
            <ac:picMk id="3" creationId="{00000000-0000-0000-0000-000000000000}"/>
          </ac:picMkLst>
        </pc:picChg>
        <pc:cxnChg chg="add del">
          <ac:chgData name="MU038787@office.mmu.edu.my" userId="6b4cf657-c331-4894-83da-32eb6862cd52" providerId="ADAL" clId="{8A906D39-CB1F-428F-8940-E81161E2D538}" dt="2022-10-07T05:09:53.091" v="50" actId="26606"/>
          <ac:cxnSpMkLst>
            <pc:docMk/>
            <pc:sldMk cId="4137824716" sldId="382"/>
            <ac:cxnSpMk id="20497" creationId="{FD2308B7-2829-44DD-B213-27EEBDED1411}"/>
          </ac:cxnSpMkLst>
        </pc:cxnChg>
      </pc:sldChg>
      <pc:sldChg chg="addSp modSp mod setBg">
        <pc:chgData name="MU038787@office.mmu.edu.my" userId="6b4cf657-c331-4894-83da-32eb6862cd52" providerId="ADAL" clId="{8A906D39-CB1F-428F-8940-E81161E2D538}" dt="2022-10-07T05:11:04.181" v="60" actId="26606"/>
        <pc:sldMkLst>
          <pc:docMk/>
          <pc:sldMk cId="1685977909" sldId="383"/>
        </pc:sldMkLst>
        <pc:spChg chg="mod">
          <ac:chgData name="MU038787@office.mmu.edu.my" userId="6b4cf657-c331-4894-83da-32eb6862cd52" providerId="ADAL" clId="{8A906D39-CB1F-428F-8940-E81161E2D538}" dt="2022-10-07T05:11:04.181" v="60" actId="26606"/>
          <ac:spMkLst>
            <pc:docMk/>
            <pc:sldMk cId="1685977909" sldId="383"/>
            <ac:spMk id="2" creationId="{00000000-0000-0000-0000-000000000000}"/>
          </ac:spMkLst>
        </pc:spChg>
        <pc:spChg chg="mod">
          <ac:chgData name="MU038787@office.mmu.edu.my" userId="6b4cf657-c331-4894-83da-32eb6862cd52" providerId="ADAL" clId="{8A906D39-CB1F-428F-8940-E81161E2D538}" dt="2022-10-07T05:11:04.181" v="60" actId="26606"/>
          <ac:spMkLst>
            <pc:docMk/>
            <pc:sldMk cId="1685977909" sldId="383"/>
            <ac:spMk id="21506" creationId="{00000000-0000-0000-0000-000000000000}"/>
          </ac:spMkLst>
        </pc:spChg>
        <pc:spChg chg="add">
          <ac:chgData name="MU038787@office.mmu.edu.my" userId="6b4cf657-c331-4894-83da-32eb6862cd52" providerId="ADAL" clId="{8A906D39-CB1F-428F-8940-E81161E2D538}" dt="2022-10-07T05:11:04.181" v="60" actId="26606"/>
          <ac:spMkLst>
            <pc:docMk/>
            <pc:sldMk cId="1685977909" sldId="383"/>
            <ac:spMk id="21511" creationId="{52723366-C73B-4ED6-ADEF-29911C6BC55F}"/>
          </ac:spMkLst>
        </pc:spChg>
        <pc:spChg chg="add">
          <ac:chgData name="MU038787@office.mmu.edu.my" userId="6b4cf657-c331-4894-83da-32eb6862cd52" providerId="ADAL" clId="{8A906D39-CB1F-428F-8940-E81161E2D538}" dt="2022-10-07T05:11:04.181" v="60" actId="26606"/>
          <ac:spMkLst>
            <pc:docMk/>
            <pc:sldMk cId="1685977909" sldId="383"/>
            <ac:spMk id="21513" creationId="{847A4152-8E41-4D1C-B88C-57C5C430A69E}"/>
          </ac:spMkLst>
        </pc:spChg>
        <pc:spChg chg="add">
          <ac:chgData name="MU038787@office.mmu.edu.my" userId="6b4cf657-c331-4894-83da-32eb6862cd52" providerId="ADAL" clId="{8A906D39-CB1F-428F-8940-E81161E2D538}" dt="2022-10-07T05:11:04.181" v="60" actId="26606"/>
          <ac:spMkLst>
            <pc:docMk/>
            <pc:sldMk cId="1685977909" sldId="383"/>
            <ac:spMk id="21515" creationId="{999F76F5-72D4-4814-9169-8F535AEEB809}"/>
          </ac:spMkLst>
        </pc:spChg>
        <pc:spChg chg="add">
          <ac:chgData name="MU038787@office.mmu.edu.my" userId="6b4cf657-c331-4894-83da-32eb6862cd52" providerId="ADAL" clId="{8A906D39-CB1F-428F-8940-E81161E2D538}" dt="2022-10-07T05:11:04.181" v="60" actId="26606"/>
          <ac:spMkLst>
            <pc:docMk/>
            <pc:sldMk cId="1685977909" sldId="383"/>
            <ac:spMk id="21517" creationId="{C6202988-4466-42C5-B33A-AFABF051B4FE}"/>
          </ac:spMkLst>
        </pc:spChg>
      </pc:sldChg>
      <pc:sldChg chg="addSp delSp modSp mod setBg">
        <pc:chgData name="MU038787@office.mmu.edu.my" userId="6b4cf657-c331-4894-83da-32eb6862cd52" providerId="ADAL" clId="{8A906D39-CB1F-428F-8940-E81161E2D538}" dt="2022-10-07T05:12:03.152" v="64" actId="26606"/>
        <pc:sldMkLst>
          <pc:docMk/>
          <pc:sldMk cId="1377048612" sldId="386"/>
        </pc:sldMkLst>
        <pc:spChg chg="add del">
          <ac:chgData name="MU038787@office.mmu.edu.my" userId="6b4cf657-c331-4894-83da-32eb6862cd52" providerId="ADAL" clId="{8A906D39-CB1F-428F-8940-E81161E2D538}" dt="2022-10-07T05:12:03.152" v="64" actId="26606"/>
          <ac:spMkLst>
            <pc:docMk/>
            <pc:sldMk cId="1377048612" sldId="386"/>
            <ac:spMk id="2" creationId="{00000000-0000-0000-0000-000000000000}"/>
          </ac:spMkLst>
        </pc:spChg>
        <pc:spChg chg="mod">
          <ac:chgData name="MU038787@office.mmu.edu.my" userId="6b4cf657-c331-4894-83da-32eb6862cd52" providerId="ADAL" clId="{8A906D39-CB1F-428F-8940-E81161E2D538}" dt="2022-10-07T05:12:03.152" v="64" actId="26606"/>
          <ac:spMkLst>
            <pc:docMk/>
            <pc:sldMk cId="1377048612" sldId="386"/>
            <ac:spMk id="24578" creationId="{00000000-0000-0000-0000-000000000000}"/>
          </ac:spMkLst>
        </pc:spChg>
        <pc:graphicFrameChg chg="add del mod modGraphic">
          <ac:chgData name="MU038787@office.mmu.edu.my" userId="6b4cf657-c331-4894-83da-32eb6862cd52" providerId="ADAL" clId="{8A906D39-CB1F-428F-8940-E81161E2D538}" dt="2022-10-07T05:12:03.152" v="64" actId="26606"/>
          <ac:graphicFrameMkLst>
            <pc:docMk/>
            <pc:sldMk cId="1377048612" sldId="386"/>
            <ac:graphicFrameMk id="24580" creationId="{C3E5123B-CE41-B8FE-9360-916440D7FBFD}"/>
          </ac:graphicFrameMkLst>
        </pc:graphicFrameChg>
      </pc:sldChg>
      <pc:sldChg chg="addSp modSp mod setBg">
        <pc:chgData name="MU038787@office.mmu.edu.my" userId="6b4cf657-c331-4894-83da-32eb6862cd52" providerId="ADAL" clId="{8A906D39-CB1F-428F-8940-E81161E2D538}" dt="2022-10-07T05:12:42.012" v="68" actId="207"/>
        <pc:sldMkLst>
          <pc:docMk/>
          <pc:sldMk cId="3202628385" sldId="388"/>
        </pc:sldMkLst>
        <pc:spChg chg="mod">
          <ac:chgData name="MU038787@office.mmu.edu.my" userId="6b4cf657-c331-4894-83da-32eb6862cd52" providerId="ADAL" clId="{8A906D39-CB1F-428F-8940-E81161E2D538}" dt="2022-10-07T05:12:42.012" v="68" actId="207"/>
          <ac:spMkLst>
            <pc:docMk/>
            <pc:sldMk cId="3202628385" sldId="388"/>
            <ac:spMk id="2" creationId="{00000000-0000-0000-0000-000000000000}"/>
          </ac:spMkLst>
        </pc:spChg>
        <pc:spChg chg="mod">
          <ac:chgData name="MU038787@office.mmu.edu.my" userId="6b4cf657-c331-4894-83da-32eb6862cd52" providerId="ADAL" clId="{8A906D39-CB1F-428F-8940-E81161E2D538}" dt="2022-10-07T05:12:36.954" v="67" actId="26606"/>
          <ac:spMkLst>
            <pc:docMk/>
            <pc:sldMk cId="3202628385" sldId="388"/>
            <ac:spMk id="26626" creationId="{00000000-0000-0000-0000-000000000000}"/>
          </ac:spMkLst>
        </pc:spChg>
        <pc:spChg chg="add">
          <ac:chgData name="MU038787@office.mmu.edu.my" userId="6b4cf657-c331-4894-83da-32eb6862cd52" providerId="ADAL" clId="{8A906D39-CB1F-428F-8940-E81161E2D538}" dt="2022-10-07T05:12:36.954" v="67" actId="26606"/>
          <ac:spMkLst>
            <pc:docMk/>
            <pc:sldMk cId="3202628385" sldId="388"/>
            <ac:spMk id="26631" creationId="{52723366-C73B-4ED6-ADEF-29911C6BC55F}"/>
          </ac:spMkLst>
        </pc:spChg>
        <pc:spChg chg="add">
          <ac:chgData name="MU038787@office.mmu.edu.my" userId="6b4cf657-c331-4894-83da-32eb6862cd52" providerId="ADAL" clId="{8A906D39-CB1F-428F-8940-E81161E2D538}" dt="2022-10-07T05:12:36.954" v="67" actId="26606"/>
          <ac:spMkLst>
            <pc:docMk/>
            <pc:sldMk cId="3202628385" sldId="388"/>
            <ac:spMk id="26633" creationId="{847A4152-8E41-4D1C-B88C-57C5C430A69E}"/>
          </ac:spMkLst>
        </pc:spChg>
        <pc:spChg chg="add">
          <ac:chgData name="MU038787@office.mmu.edu.my" userId="6b4cf657-c331-4894-83da-32eb6862cd52" providerId="ADAL" clId="{8A906D39-CB1F-428F-8940-E81161E2D538}" dt="2022-10-07T05:12:36.954" v="67" actId="26606"/>
          <ac:spMkLst>
            <pc:docMk/>
            <pc:sldMk cId="3202628385" sldId="388"/>
            <ac:spMk id="26635" creationId="{999F76F5-72D4-4814-9169-8F535AEEB809}"/>
          </ac:spMkLst>
        </pc:spChg>
        <pc:spChg chg="add">
          <ac:chgData name="MU038787@office.mmu.edu.my" userId="6b4cf657-c331-4894-83da-32eb6862cd52" providerId="ADAL" clId="{8A906D39-CB1F-428F-8940-E81161E2D538}" dt="2022-10-07T05:12:36.954" v="67" actId="26606"/>
          <ac:spMkLst>
            <pc:docMk/>
            <pc:sldMk cId="3202628385" sldId="388"/>
            <ac:spMk id="26637" creationId="{C6202988-4466-42C5-B33A-AFABF051B4FE}"/>
          </ac:spMkLst>
        </pc:spChg>
      </pc:sldChg>
      <pc:sldChg chg="addSp modSp mod setBg">
        <pc:chgData name="MU038787@office.mmu.edu.my" userId="6b4cf657-c331-4894-83da-32eb6862cd52" providerId="ADAL" clId="{8A906D39-CB1F-428F-8940-E81161E2D538}" dt="2022-10-07T05:13:38.505" v="80"/>
        <pc:sldMkLst>
          <pc:docMk/>
          <pc:sldMk cId="2901583320" sldId="389"/>
        </pc:sldMkLst>
        <pc:spChg chg="mod">
          <ac:chgData name="MU038787@office.mmu.edu.my" userId="6b4cf657-c331-4894-83da-32eb6862cd52" providerId="ADAL" clId="{8A906D39-CB1F-428F-8940-E81161E2D538}" dt="2022-10-07T05:13:38.505" v="80"/>
          <ac:spMkLst>
            <pc:docMk/>
            <pc:sldMk cId="2901583320" sldId="389"/>
            <ac:spMk id="4" creationId="{00000000-0000-0000-0000-000000000000}"/>
          </ac:spMkLst>
        </pc:spChg>
        <pc:spChg chg="mod">
          <ac:chgData name="MU038787@office.mmu.edu.my" userId="6b4cf657-c331-4894-83da-32eb6862cd52" providerId="ADAL" clId="{8A906D39-CB1F-428F-8940-E81161E2D538}" dt="2022-10-07T05:13:33.723" v="78" actId="26606"/>
          <ac:spMkLst>
            <pc:docMk/>
            <pc:sldMk cId="2901583320" sldId="389"/>
            <ac:spMk id="27650" creationId="{00000000-0000-0000-0000-000000000000}"/>
          </ac:spMkLst>
        </pc:spChg>
        <pc:spChg chg="add">
          <ac:chgData name="MU038787@office.mmu.edu.my" userId="6b4cf657-c331-4894-83da-32eb6862cd52" providerId="ADAL" clId="{8A906D39-CB1F-428F-8940-E81161E2D538}" dt="2022-10-07T05:13:33.723" v="78" actId="26606"/>
          <ac:spMkLst>
            <pc:docMk/>
            <pc:sldMk cId="2901583320" sldId="389"/>
            <ac:spMk id="27655" creationId="{52723366-C73B-4ED6-ADEF-29911C6BC55F}"/>
          </ac:spMkLst>
        </pc:spChg>
        <pc:spChg chg="add">
          <ac:chgData name="MU038787@office.mmu.edu.my" userId="6b4cf657-c331-4894-83da-32eb6862cd52" providerId="ADAL" clId="{8A906D39-CB1F-428F-8940-E81161E2D538}" dt="2022-10-07T05:13:33.723" v="78" actId="26606"/>
          <ac:spMkLst>
            <pc:docMk/>
            <pc:sldMk cId="2901583320" sldId="389"/>
            <ac:spMk id="27657" creationId="{847A4152-8E41-4D1C-B88C-57C5C430A69E}"/>
          </ac:spMkLst>
        </pc:spChg>
        <pc:spChg chg="add">
          <ac:chgData name="MU038787@office.mmu.edu.my" userId="6b4cf657-c331-4894-83da-32eb6862cd52" providerId="ADAL" clId="{8A906D39-CB1F-428F-8940-E81161E2D538}" dt="2022-10-07T05:13:33.723" v="78" actId="26606"/>
          <ac:spMkLst>
            <pc:docMk/>
            <pc:sldMk cId="2901583320" sldId="389"/>
            <ac:spMk id="27659" creationId="{999F76F5-72D4-4814-9169-8F535AEEB809}"/>
          </ac:spMkLst>
        </pc:spChg>
        <pc:spChg chg="add">
          <ac:chgData name="MU038787@office.mmu.edu.my" userId="6b4cf657-c331-4894-83da-32eb6862cd52" providerId="ADAL" clId="{8A906D39-CB1F-428F-8940-E81161E2D538}" dt="2022-10-07T05:13:33.723" v="78" actId="26606"/>
          <ac:spMkLst>
            <pc:docMk/>
            <pc:sldMk cId="2901583320" sldId="389"/>
            <ac:spMk id="27661" creationId="{C6202988-4466-42C5-B33A-AFABF051B4FE}"/>
          </ac:spMkLst>
        </pc:spChg>
      </pc:sldChg>
      <pc:sldChg chg="addSp modSp mod setBg">
        <pc:chgData name="MU038787@office.mmu.edu.my" userId="6b4cf657-c331-4894-83da-32eb6862cd52" providerId="ADAL" clId="{8A906D39-CB1F-428F-8940-E81161E2D538}" dt="2022-10-07T05:14:02.225" v="82" actId="26606"/>
        <pc:sldMkLst>
          <pc:docMk/>
          <pc:sldMk cId="3005760498" sldId="390"/>
        </pc:sldMkLst>
        <pc:spChg chg="mod">
          <ac:chgData name="MU038787@office.mmu.edu.my" userId="6b4cf657-c331-4894-83da-32eb6862cd52" providerId="ADAL" clId="{8A906D39-CB1F-428F-8940-E81161E2D538}" dt="2022-10-07T05:14:02.225" v="82" actId="26606"/>
          <ac:spMkLst>
            <pc:docMk/>
            <pc:sldMk cId="3005760498" sldId="390"/>
            <ac:spMk id="2" creationId="{00000000-0000-0000-0000-000000000000}"/>
          </ac:spMkLst>
        </pc:spChg>
        <pc:spChg chg="mod">
          <ac:chgData name="MU038787@office.mmu.edu.my" userId="6b4cf657-c331-4894-83da-32eb6862cd52" providerId="ADAL" clId="{8A906D39-CB1F-428F-8940-E81161E2D538}" dt="2022-10-07T05:14:02.225" v="82" actId="26606"/>
          <ac:spMkLst>
            <pc:docMk/>
            <pc:sldMk cId="3005760498" sldId="390"/>
            <ac:spMk id="28674" creationId="{00000000-0000-0000-0000-000000000000}"/>
          </ac:spMkLst>
        </pc:spChg>
        <pc:spChg chg="add">
          <ac:chgData name="MU038787@office.mmu.edu.my" userId="6b4cf657-c331-4894-83da-32eb6862cd52" providerId="ADAL" clId="{8A906D39-CB1F-428F-8940-E81161E2D538}" dt="2022-10-07T05:14:02.225" v="82" actId="26606"/>
          <ac:spMkLst>
            <pc:docMk/>
            <pc:sldMk cId="3005760498" sldId="390"/>
            <ac:spMk id="28679" creationId="{52723366-C73B-4ED6-ADEF-29911C6BC55F}"/>
          </ac:spMkLst>
        </pc:spChg>
        <pc:spChg chg="add">
          <ac:chgData name="MU038787@office.mmu.edu.my" userId="6b4cf657-c331-4894-83da-32eb6862cd52" providerId="ADAL" clId="{8A906D39-CB1F-428F-8940-E81161E2D538}" dt="2022-10-07T05:14:02.225" v="82" actId="26606"/>
          <ac:spMkLst>
            <pc:docMk/>
            <pc:sldMk cId="3005760498" sldId="390"/>
            <ac:spMk id="28681" creationId="{847A4152-8E41-4D1C-B88C-57C5C430A69E}"/>
          </ac:spMkLst>
        </pc:spChg>
        <pc:spChg chg="add">
          <ac:chgData name="MU038787@office.mmu.edu.my" userId="6b4cf657-c331-4894-83da-32eb6862cd52" providerId="ADAL" clId="{8A906D39-CB1F-428F-8940-E81161E2D538}" dt="2022-10-07T05:14:02.225" v="82" actId="26606"/>
          <ac:spMkLst>
            <pc:docMk/>
            <pc:sldMk cId="3005760498" sldId="390"/>
            <ac:spMk id="28683" creationId="{999F76F5-72D4-4814-9169-8F535AEEB809}"/>
          </ac:spMkLst>
        </pc:spChg>
        <pc:spChg chg="add">
          <ac:chgData name="MU038787@office.mmu.edu.my" userId="6b4cf657-c331-4894-83da-32eb6862cd52" providerId="ADAL" clId="{8A906D39-CB1F-428F-8940-E81161E2D538}" dt="2022-10-07T05:14:02.225" v="82" actId="26606"/>
          <ac:spMkLst>
            <pc:docMk/>
            <pc:sldMk cId="3005760498" sldId="390"/>
            <ac:spMk id="28685" creationId="{C6202988-4466-42C5-B33A-AFABF051B4FE}"/>
          </ac:spMkLst>
        </pc:spChg>
      </pc:sldChg>
      <pc:sldChg chg="addSp modSp mod setBg">
        <pc:chgData name="MU038787@office.mmu.edu.my" userId="6b4cf657-c331-4894-83da-32eb6862cd52" providerId="ADAL" clId="{8A906D39-CB1F-428F-8940-E81161E2D538}" dt="2022-10-07T05:14:22.007" v="85" actId="26606"/>
        <pc:sldMkLst>
          <pc:docMk/>
          <pc:sldMk cId="3163701957" sldId="391"/>
        </pc:sldMkLst>
        <pc:spChg chg="mod">
          <ac:chgData name="MU038787@office.mmu.edu.my" userId="6b4cf657-c331-4894-83da-32eb6862cd52" providerId="ADAL" clId="{8A906D39-CB1F-428F-8940-E81161E2D538}" dt="2022-10-07T05:14:22.007" v="85" actId="26606"/>
          <ac:spMkLst>
            <pc:docMk/>
            <pc:sldMk cId="3163701957" sldId="391"/>
            <ac:spMk id="2" creationId="{00000000-0000-0000-0000-000000000000}"/>
          </ac:spMkLst>
        </pc:spChg>
        <pc:spChg chg="mod">
          <ac:chgData name="MU038787@office.mmu.edu.my" userId="6b4cf657-c331-4894-83da-32eb6862cd52" providerId="ADAL" clId="{8A906D39-CB1F-428F-8940-E81161E2D538}" dt="2022-10-07T05:14:22.007" v="85" actId="26606"/>
          <ac:spMkLst>
            <pc:docMk/>
            <pc:sldMk cId="3163701957" sldId="391"/>
            <ac:spMk id="29698" creationId="{00000000-0000-0000-0000-000000000000}"/>
          </ac:spMkLst>
        </pc:spChg>
        <pc:spChg chg="add">
          <ac:chgData name="MU038787@office.mmu.edu.my" userId="6b4cf657-c331-4894-83da-32eb6862cd52" providerId="ADAL" clId="{8A906D39-CB1F-428F-8940-E81161E2D538}" dt="2022-10-07T05:14:22.007" v="85" actId="26606"/>
          <ac:spMkLst>
            <pc:docMk/>
            <pc:sldMk cId="3163701957" sldId="391"/>
            <ac:spMk id="29703" creationId="{E0837993-CF68-4B71-B30D-9FF2DBDC69D1}"/>
          </ac:spMkLst>
        </pc:spChg>
        <pc:grpChg chg="add">
          <ac:chgData name="MU038787@office.mmu.edu.my" userId="6b4cf657-c331-4894-83da-32eb6862cd52" providerId="ADAL" clId="{8A906D39-CB1F-428F-8940-E81161E2D538}" dt="2022-10-07T05:14:22.007" v="85" actId="26606"/>
          <ac:grpSpMkLst>
            <pc:docMk/>
            <pc:sldMk cId="3163701957" sldId="391"/>
            <ac:grpSpMk id="29705" creationId="{5BC1EB0E-C682-4477-94FF-E3696ACD5A6A}"/>
          </ac:grpSpMkLst>
        </pc:grpChg>
        <pc:picChg chg="mod">
          <ac:chgData name="MU038787@office.mmu.edu.my" userId="6b4cf657-c331-4894-83da-32eb6862cd52" providerId="ADAL" clId="{8A906D39-CB1F-428F-8940-E81161E2D538}" dt="2022-10-07T05:14:22.007" v="85" actId="26606"/>
          <ac:picMkLst>
            <pc:docMk/>
            <pc:sldMk cId="3163701957" sldId="391"/>
            <ac:picMk id="7" creationId="{00000000-0000-0000-0000-000000000000}"/>
          </ac:picMkLst>
        </pc:picChg>
      </pc:sldChg>
      <pc:sldChg chg="modSp mod">
        <pc:chgData name="MU038787@office.mmu.edu.my" userId="6b4cf657-c331-4894-83da-32eb6862cd52" providerId="ADAL" clId="{8A906D39-CB1F-428F-8940-E81161E2D538}" dt="2022-10-07T05:14:34.333" v="86" actId="33524"/>
        <pc:sldMkLst>
          <pc:docMk/>
          <pc:sldMk cId="3715921915" sldId="392"/>
        </pc:sldMkLst>
        <pc:spChg chg="mod">
          <ac:chgData name="MU038787@office.mmu.edu.my" userId="6b4cf657-c331-4894-83da-32eb6862cd52" providerId="ADAL" clId="{8A906D39-CB1F-428F-8940-E81161E2D538}" dt="2022-10-07T05:14:34.333" v="86" actId="33524"/>
          <ac:spMkLst>
            <pc:docMk/>
            <pc:sldMk cId="3715921915" sldId="392"/>
            <ac:spMk id="2" creationId="{00000000-0000-0000-0000-000000000000}"/>
          </ac:spMkLst>
        </pc:spChg>
      </pc:sldChg>
      <pc:sldChg chg="addSp modSp mod setBg">
        <pc:chgData name="MU038787@office.mmu.edu.my" userId="6b4cf657-c331-4894-83da-32eb6862cd52" providerId="ADAL" clId="{8A906D39-CB1F-428F-8940-E81161E2D538}" dt="2022-10-07T05:15:35.782" v="88" actId="26606"/>
        <pc:sldMkLst>
          <pc:docMk/>
          <pc:sldMk cId="1122482459" sldId="393"/>
        </pc:sldMkLst>
        <pc:spChg chg="mod">
          <ac:chgData name="MU038787@office.mmu.edu.my" userId="6b4cf657-c331-4894-83da-32eb6862cd52" providerId="ADAL" clId="{8A906D39-CB1F-428F-8940-E81161E2D538}" dt="2022-10-07T05:15:35.782" v="88" actId="26606"/>
          <ac:spMkLst>
            <pc:docMk/>
            <pc:sldMk cId="1122482459" sldId="393"/>
            <ac:spMk id="3" creationId="{00000000-0000-0000-0000-000000000000}"/>
          </ac:spMkLst>
        </pc:spChg>
        <pc:spChg chg="mod">
          <ac:chgData name="MU038787@office.mmu.edu.my" userId="6b4cf657-c331-4894-83da-32eb6862cd52" providerId="ADAL" clId="{8A906D39-CB1F-428F-8940-E81161E2D538}" dt="2022-10-07T05:15:35.782" v="88" actId="26606"/>
          <ac:spMkLst>
            <pc:docMk/>
            <pc:sldMk cId="1122482459" sldId="393"/>
            <ac:spMk id="31746" creationId="{00000000-0000-0000-0000-000000000000}"/>
          </ac:spMkLst>
        </pc:spChg>
        <pc:spChg chg="add">
          <ac:chgData name="MU038787@office.mmu.edu.my" userId="6b4cf657-c331-4894-83da-32eb6862cd52" providerId="ADAL" clId="{8A906D39-CB1F-428F-8940-E81161E2D538}" dt="2022-10-07T05:15:35.782" v="88" actId="26606"/>
          <ac:spMkLst>
            <pc:docMk/>
            <pc:sldMk cId="1122482459" sldId="393"/>
            <ac:spMk id="31751" creationId="{E0837993-CF68-4B71-B30D-9FF2DBDC69D1}"/>
          </ac:spMkLst>
        </pc:spChg>
        <pc:grpChg chg="add">
          <ac:chgData name="MU038787@office.mmu.edu.my" userId="6b4cf657-c331-4894-83da-32eb6862cd52" providerId="ADAL" clId="{8A906D39-CB1F-428F-8940-E81161E2D538}" dt="2022-10-07T05:15:35.782" v="88" actId="26606"/>
          <ac:grpSpMkLst>
            <pc:docMk/>
            <pc:sldMk cId="1122482459" sldId="393"/>
            <ac:grpSpMk id="31753" creationId="{5BC1EB0E-C682-4477-94FF-E3696ACD5A6A}"/>
          </ac:grpSpMkLst>
        </pc:grpChg>
        <pc:picChg chg="mod">
          <ac:chgData name="MU038787@office.mmu.edu.my" userId="6b4cf657-c331-4894-83da-32eb6862cd52" providerId="ADAL" clId="{8A906D39-CB1F-428F-8940-E81161E2D538}" dt="2022-10-07T05:15:35.782" v="88" actId="26606"/>
          <ac:picMkLst>
            <pc:docMk/>
            <pc:sldMk cId="1122482459" sldId="393"/>
            <ac:picMk id="4" creationId="{00000000-0000-0000-0000-000000000000}"/>
          </ac:picMkLst>
        </pc:picChg>
      </pc:sldChg>
      <pc:sldChg chg="addSp delSp modSp mod setBg">
        <pc:chgData name="MU038787@office.mmu.edu.my" userId="6b4cf657-c331-4894-83da-32eb6862cd52" providerId="ADAL" clId="{8A906D39-CB1F-428F-8940-E81161E2D538}" dt="2022-10-07T05:06:59.019" v="36" actId="26606"/>
        <pc:sldMkLst>
          <pc:docMk/>
          <pc:sldMk cId="1867119125" sldId="397"/>
        </pc:sldMkLst>
        <pc:spChg chg="mod">
          <ac:chgData name="MU038787@office.mmu.edu.my" userId="6b4cf657-c331-4894-83da-32eb6862cd52" providerId="ADAL" clId="{8A906D39-CB1F-428F-8940-E81161E2D538}" dt="2022-10-07T05:06:59.019" v="36" actId="26606"/>
          <ac:spMkLst>
            <pc:docMk/>
            <pc:sldMk cId="1867119125" sldId="397"/>
            <ac:spMk id="2" creationId="{00000000-0000-0000-0000-000000000000}"/>
          </ac:spMkLst>
        </pc:spChg>
        <pc:spChg chg="add del mod">
          <ac:chgData name="MU038787@office.mmu.edu.my" userId="6b4cf657-c331-4894-83da-32eb6862cd52" providerId="ADAL" clId="{8A906D39-CB1F-428F-8940-E81161E2D538}" dt="2022-10-07T05:06:59.019" v="36" actId="26606"/>
          <ac:spMkLst>
            <pc:docMk/>
            <pc:sldMk cId="1867119125" sldId="397"/>
            <ac:spMk id="3" creationId="{00000000-0000-0000-0000-000000000000}"/>
          </ac:spMkLst>
        </pc:spChg>
        <pc:spChg chg="add del">
          <ac:chgData name="MU038787@office.mmu.edu.my" userId="6b4cf657-c331-4894-83da-32eb6862cd52" providerId="ADAL" clId="{8A906D39-CB1F-428F-8940-E81161E2D538}" dt="2022-10-07T05:06:00.669" v="32" actId="26606"/>
          <ac:spMkLst>
            <pc:docMk/>
            <pc:sldMk cId="1867119125" sldId="397"/>
            <ac:spMk id="8" creationId="{52723366-C73B-4ED6-ADEF-29911C6BC55F}"/>
          </ac:spMkLst>
        </pc:spChg>
        <pc:spChg chg="add del">
          <ac:chgData name="MU038787@office.mmu.edu.my" userId="6b4cf657-c331-4894-83da-32eb6862cd52" providerId="ADAL" clId="{8A906D39-CB1F-428F-8940-E81161E2D538}" dt="2022-10-07T05:06:59.019" v="36" actId="26606"/>
          <ac:spMkLst>
            <pc:docMk/>
            <pc:sldMk cId="1867119125" sldId="397"/>
            <ac:spMk id="9" creationId="{52BE4420-3B5F-4549-8B4A-77855B8215EC}"/>
          </ac:spMkLst>
        </pc:spChg>
        <pc:spChg chg="add del">
          <ac:chgData name="MU038787@office.mmu.edu.my" userId="6b4cf657-c331-4894-83da-32eb6862cd52" providerId="ADAL" clId="{8A906D39-CB1F-428F-8940-E81161E2D538}" dt="2022-10-07T05:06:00.669" v="32" actId="26606"/>
          <ac:spMkLst>
            <pc:docMk/>
            <pc:sldMk cId="1867119125" sldId="397"/>
            <ac:spMk id="10" creationId="{847A4152-8E41-4D1C-B88C-57C5C430A69E}"/>
          </ac:spMkLst>
        </pc:spChg>
        <pc:spChg chg="add del">
          <ac:chgData name="MU038787@office.mmu.edu.my" userId="6b4cf657-c331-4894-83da-32eb6862cd52" providerId="ADAL" clId="{8A906D39-CB1F-428F-8940-E81161E2D538}" dt="2022-10-07T05:06:59.019" v="36" actId="26606"/>
          <ac:spMkLst>
            <pc:docMk/>
            <pc:sldMk cId="1867119125" sldId="397"/>
            <ac:spMk id="11" creationId="{A75876F6-95D4-48CB-8E3E-4401A96E25A4}"/>
          </ac:spMkLst>
        </pc:spChg>
        <pc:spChg chg="add del">
          <ac:chgData name="MU038787@office.mmu.edu.my" userId="6b4cf657-c331-4894-83da-32eb6862cd52" providerId="ADAL" clId="{8A906D39-CB1F-428F-8940-E81161E2D538}" dt="2022-10-07T05:06:00.669" v="32" actId="26606"/>
          <ac:spMkLst>
            <pc:docMk/>
            <pc:sldMk cId="1867119125" sldId="397"/>
            <ac:spMk id="12" creationId="{999F76F5-72D4-4814-9169-8F535AEEB809}"/>
          </ac:spMkLst>
        </pc:spChg>
        <pc:spChg chg="add del">
          <ac:chgData name="MU038787@office.mmu.edu.my" userId="6b4cf657-c331-4894-83da-32eb6862cd52" providerId="ADAL" clId="{8A906D39-CB1F-428F-8940-E81161E2D538}" dt="2022-10-07T05:06:59.019" v="36" actId="26606"/>
          <ac:spMkLst>
            <pc:docMk/>
            <pc:sldMk cId="1867119125" sldId="397"/>
            <ac:spMk id="13" creationId="{D1B84719-90BB-4D0C-92D8-61DC5512B34B}"/>
          </ac:spMkLst>
        </pc:spChg>
        <pc:spChg chg="add del">
          <ac:chgData name="MU038787@office.mmu.edu.my" userId="6b4cf657-c331-4894-83da-32eb6862cd52" providerId="ADAL" clId="{8A906D39-CB1F-428F-8940-E81161E2D538}" dt="2022-10-07T05:06:00.669" v="32" actId="26606"/>
          <ac:spMkLst>
            <pc:docMk/>
            <pc:sldMk cId="1867119125" sldId="397"/>
            <ac:spMk id="14" creationId="{C6202988-4466-42C5-B33A-AFABF051B4FE}"/>
          </ac:spMkLst>
        </pc:spChg>
        <pc:spChg chg="add del">
          <ac:chgData name="MU038787@office.mmu.edu.my" userId="6b4cf657-c331-4894-83da-32eb6862cd52" providerId="ADAL" clId="{8A906D39-CB1F-428F-8940-E81161E2D538}" dt="2022-10-07T05:06:59.019" v="36" actId="26606"/>
          <ac:spMkLst>
            <pc:docMk/>
            <pc:sldMk cId="1867119125" sldId="397"/>
            <ac:spMk id="15" creationId="{7B407EC4-5D16-4845-9840-4E28622B6568}"/>
          </ac:spMkLst>
        </pc:spChg>
        <pc:spChg chg="add del">
          <ac:chgData name="MU038787@office.mmu.edu.my" userId="6b4cf657-c331-4894-83da-32eb6862cd52" providerId="ADAL" clId="{8A906D39-CB1F-428F-8940-E81161E2D538}" dt="2022-10-07T05:06:18.782" v="34" actId="26606"/>
          <ac:spMkLst>
            <pc:docMk/>
            <pc:sldMk cId="1867119125" sldId="397"/>
            <ac:spMk id="16" creationId="{DC878D9A-77BE-4701-AE3D-EEFC53CD50BC}"/>
          </ac:spMkLst>
        </pc:spChg>
        <pc:spChg chg="add del">
          <ac:chgData name="MU038787@office.mmu.edu.my" userId="6b4cf657-c331-4894-83da-32eb6862cd52" providerId="ADAL" clId="{8A906D39-CB1F-428F-8940-E81161E2D538}" dt="2022-10-07T05:06:18.782" v="34" actId="26606"/>
          <ac:spMkLst>
            <pc:docMk/>
            <pc:sldMk cId="1867119125" sldId="397"/>
            <ac:spMk id="17" creationId="{F643BE08-0ED1-4B73-AC6D-B7E26A59CDAA}"/>
          </ac:spMkLst>
        </pc:spChg>
        <pc:spChg chg="add del">
          <ac:chgData name="MU038787@office.mmu.edu.my" userId="6b4cf657-c331-4894-83da-32eb6862cd52" providerId="ADAL" clId="{8A906D39-CB1F-428F-8940-E81161E2D538}" dt="2022-10-07T05:06:18.782" v="34" actId="26606"/>
          <ac:spMkLst>
            <pc:docMk/>
            <pc:sldMk cId="1867119125" sldId="397"/>
            <ac:spMk id="18" creationId="{956B2094-7FC0-45FC-BFED-3CB88CEE63F5}"/>
          </ac:spMkLst>
        </pc:spChg>
        <pc:spChg chg="add del">
          <ac:chgData name="MU038787@office.mmu.edu.my" userId="6b4cf657-c331-4894-83da-32eb6862cd52" providerId="ADAL" clId="{8A906D39-CB1F-428F-8940-E81161E2D538}" dt="2022-10-07T05:06:18.782" v="34" actId="26606"/>
          <ac:spMkLst>
            <pc:docMk/>
            <pc:sldMk cId="1867119125" sldId="397"/>
            <ac:spMk id="19" creationId="{07A4B640-BB7F-4272-A710-068DBA9F9A6E}"/>
          </ac:spMkLst>
        </pc:spChg>
        <pc:graphicFrameChg chg="add del">
          <ac:chgData name="MU038787@office.mmu.edu.my" userId="6b4cf657-c331-4894-83da-32eb6862cd52" providerId="ADAL" clId="{8A906D39-CB1F-428F-8940-E81161E2D538}" dt="2022-10-07T05:06:59.019" v="36" actId="26606"/>
          <ac:graphicFrameMkLst>
            <pc:docMk/>
            <pc:sldMk cId="1867119125" sldId="397"/>
            <ac:graphicFrameMk id="5" creationId="{5F0A00F5-82E3-40B7-261B-FEA9FC147ABE}"/>
          </ac:graphicFrameMkLst>
        </pc:graphicFrameChg>
      </pc:sldChg>
      <pc:sldChg chg="addSp modSp mod setBg">
        <pc:chgData name="MU038787@office.mmu.edu.my" userId="6b4cf657-c331-4894-83da-32eb6862cd52" providerId="ADAL" clId="{8A906D39-CB1F-428F-8940-E81161E2D538}" dt="2022-10-07T05:08:14.756" v="43" actId="26606"/>
        <pc:sldMkLst>
          <pc:docMk/>
          <pc:sldMk cId="3322984339" sldId="398"/>
        </pc:sldMkLst>
        <pc:spChg chg="mod">
          <ac:chgData name="MU038787@office.mmu.edu.my" userId="6b4cf657-c331-4894-83da-32eb6862cd52" providerId="ADAL" clId="{8A906D39-CB1F-428F-8940-E81161E2D538}" dt="2022-10-07T05:08:14.756" v="43" actId="26606"/>
          <ac:spMkLst>
            <pc:docMk/>
            <pc:sldMk cId="3322984339" sldId="398"/>
            <ac:spMk id="2" creationId="{00000000-0000-0000-0000-000000000000}"/>
          </ac:spMkLst>
        </pc:spChg>
        <pc:spChg chg="mod ord">
          <ac:chgData name="MU038787@office.mmu.edu.my" userId="6b4cf657-c331-4894-83da-32eb6862cd52" providerId="ADAL" clId="{8A906D39-CB1F-428F-8940-E81161E2D538}" dt="2022-10-07T05:08:14.756" v="43" actId="26606"/>
          <ac:spMkLst>
            <pc:docMk/>
            <pc:sldMk cId="3322984339" sldId="398"/>
            <ac:spMk id="3" creationId="{00000000-0000-0000-0000-000000000000}"/>
          </ac:spMkLst>
        </pc:spChg>
        <pc:spChg chg="add">
          <ac:chgData name="MU038787@office.mmu.edu.my" userId="6b4cf657-c331-4894-83da-32eb6862cd52" providerId="ADAL" clId="{8A906D39-CB1F-428F-8940-E81161E2D538}" dt="2022-10-07T05:08:14.756" v="43" actId="26606"/>
          <ac:spMkLst>
            <pc:docMk/>
            <pc:sldMk cId="3322984339" sldId="398"/>
            <ac:spMk id="11" creationId="{B2ABF641-B59E-4DCE-936C-45E2593206DB}"/>
          </ac:spMkLst>
        </pc:spChg>
        <pc:grpChg chg="add">
          <ac:chgData name="MU038787@office.mmu.edu.my" userId="6b4cf657-c331-4894-83da-32eb6862cd52" providerId="ADAL" clId="{8A906D39-CB1F-428F-8940-E81161E2D538}" dt="2022-10-07T05:08:14.756" v="43" actId="26606"/>
          <ac:grpSpMkLst>
            <pc:docMk/>
            <pc:sldMk cId="3322984339" sldId="398"/>
            <ac:grpSpMk id="13" creationId="{B3B07250-CCED-4350-BC55-46F640C20ED4}"/>
          </ac:grpSpMkLst>
        </pc:grpChg>
        <pc:picChg chg="mod">
          <ac:chgData name="MU038787@office.mmu.edu.my" userId="6b4cf657-c331-4894-83da-32eb6862cd52" providerId="ADAL" clId="{8A906D39-CB1F-428F-8940-E81161E2D538}" dt="2022-10-07T05:08:14.756" v="43" actId="26606"/>
          <ac:picMkLst>
            <pc:docMk/>
            <pc:sldMk cId="3322984339" sldId="398"/>
            <ac:picMk id="4" creationId="{00000000-0000-0000-0000-000000000000}"/>
          </ac:picMkLst>
        </pc:picChg>
        <pc:picChg chg="mod">
          <ac:chgData name="MU038787@office.mmu.edu.my" userId="6b4cf657-c331-4894-83da-32eb6862cd52" providerId="ADAL" clId="{8A906D39-CB1F-428F-8940-E81161E2D538}" dt="2022-10-07T05:08:14.756" v="43" actId="26606"/>
          <ac:picMkLst>
            <pc:docMk/>
            <pc:sldMk cId="3322984339" sldId="398"/>
            <ac:picMk id="5" creationId="{00000000-0000-0000-0000-000000000000}"/>
          </ac:picMkLst>
        </pc:picChg>
        <pc:picChg chg="mod ord">
          <ac:chgData name="MU038787@office.mmu.edu.my" userId="6b4cf657-c331-4894-83da-32eb6862cd52" providerId="ADAL" clId="{8A906D39-CB1F-428F-8940-E81161E2D538}" dt="2022-10-07T05:08:14.756" v="43" actId="26606"/>
          <ac:picMkLst>
            <pc:docMk/>
            <pc:sldMk cId="3322984339" sldId="398"/>
            <ac:picMk id="6" creationId="{00000000-0000-0000-0000-000000000000}"/>
          </ac:picMkLst>
        </pc:picChg>
        <pc:cxnChg chg="add">
          <ac:chgData name="MU038787@office.mmu.edu.my" userId="6b4cf657-c331-4894-83da-32eb6862cd52" providerId="ADAL" clId="{8A906D39-CB1F-428F-8940-E81161E2D538}" dt="2022-10-07T05:08:14.756" v="43" actId="26606"/>
          <ac:cxnSpMkLst>
            <pc:docMk/>
            <pc:sldMk cId="3322984339" sldId="398"/>
            <ac:cxnSpMk id="19" creationId="{E78C0DC0-3AE7-4C10-96E0-02E4FB0FFD25}"/>
          </ac:cxnSpMkLst>
        </pc:cxnChg>
      </pc:sldChg>
      <pc:sldChg chg="addSp modSp mod setBg">
        <pc:chgData name="MU038787@office.mmu.edu.my" userId="6b4cf657-c331-4894-83da-32eb6862cd52" providerId="ADAL" clId="{8A906D39-CB1F-428F-8940-E81161E2D538}" dt="2022-10-07T05:08:52.265" v="44" actId="26606"/>
        <pc:sldMkLst>
          <pc:docMk/>
          <pc:sldMk cId="3488725690" sldId="399"/>
        </pc:sldMkLst>
        <pc:spChg chg="mod">
          <ac:chgData name="MU038787@office.mmu.edu.my" userId="6b4cf657-c331-4894-83da-32eb6862cd52" providerId="ADAL" clId="{8A906D39-CB1F-428F-8940-E81161E2D538}" dt="2022-10-07T05:08:52.265" v="44" actId="26606"/>
          <ac:spMkLst>
            <pc:docMk/>
            <pc:sldMk cId="3488725690" sldId="399"/>
            <ac:spMk id="4" creationId="{00000000-0000-0000-0000-000000000000}"/>
          </ac:spMkLst>
        </pc:spChg>
        <pc:spChg chg="add">
          <ac:chgData name="MU038787@office.mmu.edu.my" userId="6b4cf657-c331-4894-83da-32eb6862cd52" providerId="ADAL" clId="{8A906D39-CB1F-428F-8940-E81161E2D538}" dt="2022-10-07T05:08:52.265" v="44" actId="26606"/>
          <ac:spMkLst>
            <pc:docMk/>
            <pc:sldMk cId="3488725690" sldId="399"/>
            <ac:spMk id="18" creationId="{1755C732-3264-4614-8316-41F75483710B}"/>
          </ac:spMkLst>
        </pc:spChg>
        <pc:spChg chg="add">
          <ac:chgData name="MU038787@office.mmu.edu.my" userId="6b4cf657-c331-4894-83da-32eb6862cd52" providerId="ADAL" clId="{8A906D39-CB1F-428F-8940-E81161E2D538}" dt="2022-10-07T05:08:52.265" v="44" actId="26606"/>
          <ac:spMkLst>
            <pc:docMk/>
            <pc:sldMk cId="3488725690" sldId="399"/>
            <ac:spMk id="26" creationId="{4AD786D6-2C42-45AF-888B-F2038C4D0A70}"/>
          </ac:spMkLst>
        </pc:spChg>
        <pc:grpChg chg="add">
          <ac:chgData name="MU038787@office.mmu.edu.my" userId="6b4cf657-c331-4894-83da-32eb6862cd52" providerId="ADAL" clId="{8A906D39-CB1F-428F-8940-E81161E2D538}" dt="2022-10-07T05:08:52.265" v="44" actId="26606"/>
          <ac:grpSpMkLst>
            <pc:docMk/>
            <pc:sldMk cId="3488725690" sldId="399"/>
            <ac:grpSpMk id="10" creationId="{749C117F-F390-437B-ADB0-57E87EFF34F5}"/>
          </ac:grpSpMkLst>
        </pc:grpChg>
        <pc:grpChg chg="add">
          <ac:chgData name="MU038787@office.mmu.edu.my" userId="6b4cf657-c331-4894-83da-32eb6862cd52" providerId="ADAL" clId="{8A906D39-CB1F-428F-8940-E81161E2D538}" dt="2022-10-07T05:08:52.265" v="44" actId="26606"/>
          <ac:grpSpMkLst>
            <pc:docMk/>
            <pc:sldMk cId="3488725690" sldId="399"/>
            <ac:grpSpMk id="20" creationId="{59C7C6ED-4EA1-4532-A820-59A8ADEEE0F9}"/>
          </ac:grpSpMkLst>
        </pc:grpChg>
        <pc:picChg chg="mod">
          <ac:chgData name="MU038787@office.mmu.edu.my" userId="6b4cf657-c331-4894-83da-32eb6862cd52" providerId="ADAL" clId="{8A906D39-CB1F-428F-8940-E81161E2D538}" dt="2022-10-07T05:08:52.265" v="44" actId="26606"/>
          <ac:picMkLst>
            <pc:docMk/>
            <pc:sldMk cId="3488725690" sldId="399"/>
            <ac:picMk id="5" creationId="{00000000-0000-0000-0000-000000000000}"/>
          </ac:picMkLst>
        </pc:picChg>
        <pc:cxnChg chg="add">
          <ac:chgData name="MU038787@office.mmu.edu.my" userId="6b4cf657-c331-4894-83da-32eb6862cd52" providerId="ADAL" clId="{8A906D39-CB1F-428F-8940-E81161E2D538}" dt="2022-10-07T05:08:52.265" v="44" actId="26606"/>
          <ac:cxnSpMkLst>
            <pc:docMk/>
            <pc:sldMk cId="3488725690" sldId="399"/>
            <ac:cxnSpMk id="16" creationId="{20742BC3-654B-4E41-9A6A-73A42E477639}"/>
          </ac:cxnSpMkLst>
        </pc:cxnChg>
        <pc:cxnChg chg="add">
          <ac:chgData name="MU038787@office.mmu.edu.my" userId="6b4cf657-c331-4894-83da-32eb6862cd52" providerId="ADAL" clId="{8A906D39-CB1F-428F-8940-E81161E2D538}" dt="2022-10-07T05:08:52.265" v="44" actId="26606"/>
          <ac:cxnSpMkLst>
            <pc:docMk/>
            <pc:sldMk cId="3488725690" sldId="399"/>
            <ac:cxnSpMk id="28" creationId="{B8D6659D-FA60-4C6D-A9F6-063E294AA159}"/>
          </ac:cxnSpMkLst>
        </pc:cxnChg>
      </pc:sldChg>
      <pc:sldChg chg="addSp modSp mod setBg">
        <pc:chgData name="MU038787@office.mmu.edu.my" userId="6b4cf657-c331-4894-83da-32eb6862cd52" providerId="ADAL" clId="{8A906D39-CB1F-428F-8940-E81161E2D538}" dt="2022-10-07T05:10:47.761" v="58" actId="113"/>
        <pc:sldMkLst>
          <pc:docMk/>
          <pc:sldMk cId="986885008" sldId="400"/>
        </pc:sldMkLst>
        <pc:spChg chg="mod">
          <ac:chgData name="MU038787@office.mmu.edu.my" userId="6b4cf657-c331-4894-83da-32eb6862cd52" providerId="ADAL" clId="{8A906D39-CB1F-428F-8940-E81161E2D538}" dt="2022-10-07T05:10:39.047" v="54" actId="26606"/>
          <ac:spMkLst>
            <pc:docMk/>
            <pc:sldMk cId="986885008" sldId="400"/>
            <ac:spMk id="2" creationId="{00000000-0000-0000-0000-000000000000}"/>
          </ac:spMkLst>
        </pc:spChg>
        <pc:spChg chg="mod">
          <ac:chgData name="MU038787@office.mmu.edu.my" userId="6b4cf657-c331-4894-83da-32eb6862cd52" providerId="ADAL" clId="{8A906D39-CB1F-428F-8940-E81161E2D538}" dt="2022-10-07T05:10:47.761" v="58" actId="113"/>
          <ac:spMkLst>
            <pc:docMk/>
            <pc:sldMk cId="986885008" sldId="400"/>
            <ac:spMk id="3" creationId="{00000000-0000-0000-0000-000000000000}"/>
          </ac:spMkLst>
        </pc:spChg>
        <pc:spChg chg="add">
          <ac:chgData name="MU038787@office.mmu.edu.my" userId="6b4cf657-c331-4894-83da-32eb6862cd52" providerId="ADAL" clId="{8A906D39-CB1F-428F-8940-E81161E2D538}" dt="2022-10-07T05:10:39.047" v="54" actId="26606"/>
          <ac:spMkLst>
            <pc:docMk/>
            <pc:sldMk cId="986885008" sldId="400"/>
            <ac:spMk id="8" creationId="{DC878D9A-77BE-4701-AE3D-EEFC53CD50BC}"/>
          </ac:spMkLst>
        </pc:spChg>
        <pc:spChg chg="add">
          <ac:chgData name="MU038787@office.mmu.edu.my" userId="6b4cf657-c331-4894-83da-32eb6862cd52" providerId="ADAL" clId="{8A906D39-CB1F-428F-8940-E81161E2D538}" dt="2022-10-07T05:10:39.047" v="54" actId="26606"/>
          <ac:spMkLst>
            <pc:docMk/>
            <pc:sldMk cId="986885008" sldId="400"/>
            <ac:spMk id="10" creationId="{F643BE08-0ED1-4B73-AC6D-B7E26A59CDAA}"/>
          </ac:spMkLst>
        </pc:spChg>
        <pc:spChg chg="add">
          <ac:chgData name="MU038787@office.mmu.edu.my" userId="6b4cf657-c331-4894-83da-32eb6862cd52" providerId="ADAL" clId="{8A906D39-CB1F-428F-8940-E81161E2D538}" dt="2022-10-07T05:10:39.047" v="54" actId="26606"/>
          <ac:spMkLst>
            <pc:docMk/>
            <pc:sldMk cId="986885008" sldId="400"/>
            <ac:spMk id="12" creationId="{956B2094-7FC0-45FC-BFED-3CB88CEE63F5}"/>
          </ac:spMkLst>
        </pc:spChg>
        <pc:spChg chg="add">
          <ac:chgData name="MU038787@office.mmu.edu.my" userId="6b4cf657-c331-4894-83da-32eb6862cd52" providerId="ADAL" clId="{8A906D39-CB1F-428F-8940-E81161E2D538}" dt="2022-10-07T05:10:39.047" v="54" actId="26606"/>
          <ac:spMkLst>
            <pc:docMk/>
            <pc:sldMk cId="986885008" sldId="400"/>
            <ac:spMk id="14" creationId="{07A4B640-BB7F-4272-A710-068DBA9F9A6E}"/>
          </ac:spMkLst>
        </pc:spChg>
      </pc:sldChg>
      <pc:sldChg chg="addSp modSp mod setBg">
        <pc:chgData name="MU038787@office.mmu.edu.my" userId="6b4cf657-c331-4894-83da-32eb6862cd52" providerId="ADAL" clId="{8A906D39-CB1F-428F-8940-E81161E2D538}" dt="2022-10-07T05:09:28.125" v="48" actId="26606"/>
        <pc:sldMkLst>
          <pc:docMk/>
          <pc:sldMk cId="990535000" sldId="401"/>
        </pc:sldMkLst>
        <pc:spChg chg="add">
          <ac:chgData name="MU038787@office.mmu.edu.my" userId="6b4cf657-c331-4894-83da-32eb6862cd52" providerId="ADAL" clId="{8A906D39-CB1F-428F-8940-E81161E2D538}" dt="2022-10-07T05:09:28.125" v="48" actId="26606"/>
          <ac:spMkLst>
            <pc:docMk/>
            <pc:sldMk cId="990535000" sldId="401"/>
            <ac:spMk id="10" creationId="{DEB4B82D-A989-40D8-A457-F1D9C0345509}"/>
          </ac:spMkLst>
        </pc:spChg>
        <pc:grpChg chg="add">
          <ac:chgData name="MU038787@office.mmu.edu.my" userId="6b4cf657-c331-4894-83da-32eb6862cd52" providerId="ADAL" clId="{8A906D39-CB1F-428F-8940-E81161E2D538}" dt="2022-10-07T05:09:28.125" v="48" actId="26606"/>
          <ac:grpSpMkLst>
            <pc:docMk/>
            <pc:sldMk cId="990535000" sldId="401"/>
            <ac:grpSpMk id="14" creationId="{67034349-EB95-4DEC-941A-A5BEB23CCC1B}"/>
          </ac:grpSpMkLst>
        </pc:grpChg>
        <pc:picChg chg="mod">
          <ac:chgData name="MU038787@office.mmu.edu.my" userId="6b4cf657-c331-4894-83da-32eb6862cd52" providerId="ADAL" clId="{8A906D39-CB1F-428F-8940-E81161E2D538}" dt="2022-10-07T05:09:28.125" v="48" actId="26606"/>
          <ac:picMkLst>
            <pc:docMk/>
            <pc:sldMk cId="990535000" sldId="401"/>
            <ac:picMk id="5" creationId="{00000000-0000-0000-0000-000000000000}"/>
          </ac:picMkLst>
        </pc:picChg>
        <pc:picChg chg="add">
          <ac:chgData name="MU038787@office.mmu.edu.my" userId="6b4cf657-c331-4894-83da-32eb6862cd52" providerId="ADAL" clId="{8A906D39-CB1F-428F-8940-E81161E2D538}" dt="2022-10-07T05:09:28.125" v="48" actId="26606"/>
          <ac:picMkLst>
            <pc:docMk/>
            <pc:sldMk cId="990535000" sldId="401"/>
            <ac:picMk id="12" creationId="{14E99EC7-4ECA-46FD-A4EE-C28A8AC67373}"/>
          </ac:picMkLst>
        </pc:picChg>
      </pc:sldChg>
      <pc:sldChg chg="addSp modSp mod setBg">
        <pc:chgData name="MU038787@office.mmu.edu.my" userId="6b4cf657-c331-4894-83da-32eb6862cd52" providerId="ADAL" clId="{8A906D39-CB1F-428F-8940-E81161E2D538}" dt="2022-10-07T05:10:58.208" v="59" actId="26606"/>
        <pc:sldMkLst>
          <pc:docMk/>
          <pc:sldMk cId="824183011" sldId="402"/>
        </pc:sldMkLst>
        <pc:spChg chg="mod">
          <ac:chgData name="MU038787@office.mmu.edu.my" userId="6b4cf657-c331-4894-83da-32eb6862cd52" providerId="ADAL" clId="{8A906D39-CB1F-428F-8940-E81161E2D538}" dt="2022-10-07T05:10:58.208" v="59" actId="26606"/>
          <ac:spMkLst>
            <pc:docMk/>
            <pc:sldMk cId="824183011" sldId="402"/>
            <ac:spMk id="2" creationId="{00000000-0000-0000-0000-000000000000}"/>
          </ac:spMkLst>
        </pc:spChg>
        <pc:spChg chg="mod">
          <ac:chgData name="MU038787@office.mmu.edu.my" userId="6b4cf657-c331-4894-83da-32eb6862cd52" providerId="ADAL" clId="{8A906D39-CB1F-428F-8940-E81161E2D538}" dt="2022-10-07T05:10:58.208" v="59" actId="26606"/>
          <ac:spMkLst>
            <pc:docMk/>
            <pc:sldMk cId="824183011" sldId="402"/>
            <ac:spMk id="3" creationId="{00000000-0000-0000-0000-000000000000}"/>
          </ac:spMkLst>
        </pc:spChg>
        <pc:spChg chg="add">
          <ac:chgData name="MU038787@office.mmu.edu.my" userId="6b4cf657-c331-4894-83da-32eb6862cd52" providerId="ADAL" clId="{8A906D39-CB1F-428F-8940-E81161E2D538}" dt="2022-10-07T05:10:58.208" v="59" actId="26606"/>
          <ac:spMkLst>
            <pc:docMk/>
            <pc:sldMk cId="824183011" sldId="402"/>
            <ac:spMk id="8" creationId="{52723366-C73B-4ED6-ADEF-29911C6BC55F}"/>
          </ac:spMkLst>
        </pc:spChg>
        <pc:spChg chg="add">
          <ac:chgData name="MU038787@office.mmu.edu.my" userId="6b4cf657-c331-4894-83da-32eb6862cd52" providerId="ADAL" clId="{8A906D39-CB1F-428F-8940-E81161E2D538}" dt="2022-10-07T05:10:58.208" v="59" actId="26606"/>
          <ac:spMkLst>
            <pc:docMk/>
            <pc:sldMk cId="824183011" sldId="402"/>
            <ac:spMk id="10" creationId="{847A4152-8E41-4D1C-B88C-57C5C430A69E}"/>
          </ac:spMkLst>
        </pc:spChg>
        <pc:spChg chg="add">
          <ac:chgData name="MU038787@office.mmu.edu.my" userId="6b4cf657-c331-4894-83da-32eb6862cd52" providerId="ADAL" clId="{8A906D39-CB1F-428F-8940-E81161E2D538}" dt="2022-10-07T05:10:58.208" v="59" actId="26606"/>
          <ac:spMkLst>
            <pc:docMk/>
            <pc:sldMk cId="824183011" sldId="402"/>
            <ac:spMk id="12" creationId="{999F76F5-72D4-4814-9169-8F535AEEB809}"/>
          </ac:spMkLst>
        </pc:spChg>
        <pc:spChg chg="add">
          <ac:chgData name="MU038787@office.mmu.edu.my" userId="6b4cf657-c331-4894-83da-32eb6862cd52" providerId="ADAL" clId="{8A906D39-CB1F-428F-8940-E81161E2D538}" dt="2022-10-07T05:10:58.208" v="59" actId="26606"/>
          <ac:spMkLst>
            <pc:docMk/>
            <pc:sldMk cId="824183011" sldId="402"/>
            <ac:spMk id="14" creationId="{C6202988-4466-42C5-B33A-AFABF051B4FE}"/>
          </ac:spMkLst>
        </pc:spChg>
      </pc:sldChg>
      <pc:sldChg chg="addSp delSp modSp mod setBg addAnim delAnim">
        <pc:chgData name="MU038787@office.mmu.edu.my" userId="6b4cf657-c331-4894-83da-32eb6862cd52" providerId="ADAL" clId="{8A906D39-CB1F-428F-8940-E81161E2D538}" dt="2022-10-07T05:13:26.365" v="77" actId="1076"/>
        <pc:sldMkLst>
          <pc:docMk/>
          <pc:sldMk cId="3877674622" sldId="403"/>
        </pc:sldMkLst>
        <pc:spChg chg="mod">
          <ac:chgData name="MU038787@office.mmu.edu.my" userId="6b4cf657-c331-4894-83da-32eb6862cd52" providerId="ADAL" clId="{8A906D39-CB1F-428F-8940-E81161E2D538}" dt="2022-10-07T05:13:13.467" v="75" actId="26606"/>
          <ac:spMkLst>
            <pc:docMk/>
            <pc:sldMk cId="3877674622" sldId="403"/>
            <ac:spMk id="4" creationId="{00000000-0000-0000-0000-000000000000}"/>
          </ac:spMkLst>
        </pc:spChg>
        <pc:spChg chg="add del">
          <ac:chgData name="MU038787@office.mmu.edu.my" userId="6b4cf657-c331-4894-83da-32eb6862cd52" providerId="ADAL" clId="{8A906D39-CB1F-428F-8940-E81161E2D538}" dt="2022-10-07T05:13:02.995" v="70" actId="26606"/>
          <ac:spMkLst>
            <pc:docMk/>
            <pc:sldMk cId="3877674622" sldId="403"/>
            <ac:spMk id="18" creationId="{79BB855E-E401-41F6-8925-C43722CDD66C}"/>
          </ac:spMkLst>
        </pc:spChg>
        <pc:spChg chg="add del">
          <ac:chgData name="MU038787@office.mmu.edu.my" userId="6b4cf657-c331-4894-83da-32eb6862cd52" providerId="ADAL" clId="{8A906D39-CB1F-428F-8940-E81161E2D538}" dt="2022-10-07T05:13:02.995" v="70" actId="26606"/>
          <ac:spMkLst>
            <pc:docMk/>
            <pc:sldMk cId="3877674622" sldId="403"/>
            <ac:spMk id="26" creationId="{AE4DC31D-3252-4CE4-94B0-32BB37A184BB}"/>
          </ac:spMkLst>
        </pc:spChg>
        <pc:spChg chg="add del">
          <ac:chgData name="MU038787@office.mmu.edu.my" userId="6b4cf657-c331-4894-83da-32eb6862cd52" providerId="ADAL" clId="{8A906D39-CB1F-428F-8940-E81161E2D538}" dt="2022-10-07T05:13:07.418" v="73" actId="26606"/>
          <ac:spMkLst>
            <pc:docMk/>
            <pc:sldMk cId="3877674622" sldId="403"/>
            <ac:spMk id="32" creationId="{DDD34390-BB72-482C-8D73-495C13499621}"/>
          </ac:spMkLst>
        </pc:spChg>
        <pc:spChg chg="add del">
          <ac:chgData name="MU038787@office.mmu.edu.my" userId="6b4cf657-c331-4894-83da-32eb6862cd52" providerId="ADAL" clId="{8A906D39-CB1F-428F-8940-E81161E2D538}" dt="2022-10-07T05:13:07.418" v="73" actId="26606"/>
          <ac:spMkLst>
            <pc:docMk/>
            <pc:sldMk cId="3877674622" sldId="403"/>
            <ac:spMk id="34" creationId="{52062B71-C76E-495D-8314-1A1532AC192B}"/>
          </ac:spMkLst>
        </pc:spChg>
        <pc:spChg chg="add del">
          <ac:chgData name="MU038787@office.mmu.edu.my" userId="6b4cf657-c331-4894-83da-32eb6862cd52" providerId="ADAL" clId="{8A906D39-CB1F-428F-8940-E81161E2D538}" dt="2022-10-07T05:13:13.467" v="75" actId="26606"/>
          <ac:spMkLst>
            <pc:docMk/>
            <pc:sldMk cId="3877674622" sldId="403"/>
            <ac:spMk id="39" creationId="{1755C732-3264-4614-8316-41F75483710B}"/>
          </ac:spMkLst>
        </pc:spChg>
        <pc:spChg chg="add del">
          <ac:chgData name="MU038787@office.mmu.edu.my" userId="6b4cf657-c331-4894-83da-32eb6862cd52" providerId="ADAL" clId="{8A906D39-CB1F-428F-8940-E81161E2D538}" dt="2022-10-07T05:13:13.467" v="75" actId="26606"/>
          <ac:spMkLst>
            <pc:docMk/>
            <pc:sldMk cId="3877674622" sldId="403"/>
            <ac:spMk id="41" creationId="{4AD786D6-2C42-45AF-888B-F2038C4D0A70}"/>
          </ac:spMkLst>
        </pc:spChg>
        <pc:grpChg chg="add del">
          <ac:chgData name="MU038787@office.mmu.edu.my" userId="6b4cf657-c331-4894-83da-32eb6862cd52" providerId="ADAL" clId="{8A906D39-CB1F-428F-8940-E81161E2D538}" dt="2022-10-07T05:13:02.995" v="70" actId="26606"/>
          <ac:grpSpMkLst>
            <pc:docMk/>
            <pc:sldMk cId="3877674622" sldId="403"/>
            <ac:grpSpMk id="10" creationId="{749C117F-F390-437B-ADB0-57E87EFF34F5}"/>
          </ac:grpSpMkLst>
        </pc:grpChg>
        <pc:grpChg chg="add del">
          <ac:chgData name="MU038787@office.mmu.edu.my" userId="6b4cf657-c331-4894-83da-32eb6862cd52" providerId="ADAL" clId="{8A906D39-CB1F-428F-8940-E81161E2D538}" dt="2022-10-07T05:13:02.995" v="70" actId="26606"/>
          <ac:grpSpMkLst>
            <pc:docMk/>
            <pc:sldMk cId="3877674622" sldId="403"/>
            <ac:grpSpMk id="20" creationId="{61AB028E-5F68-413C-BBF0-EE603FDA6E5B}"/>
          </ac:grpSpMkLst>
        </pc:grpChg>
        <pc:grpChg chg="add del">
          <ac:chgData name="MU038787@office.mmu.edu.my" userId="6b4cf657-c331-4894-83da-32eb6862cd52" providerId="ADAL" clId="{8A906D39-CB1F-428F-8940-E81161E2D538}" dt="2022-10-07T05:13:07.418" v="73" actId="26606"/>
          <ac:grpSpMkLst>
            <pc:docMk/>
            <pc:sldMk cId="3877674622" sldId="403"/>
            <ac:grpSpMk id="30" creationId="{03E8C8A2-D2DA-42F8-84AA-AC5AB4251D29}"/>
          </ac:grpSpMkLst>
        </pc:grpChg>
        <pc:grpChg chg="add del">
          <ac:chgData name="MU038787@office.mmu.edu.my" userId="6b4cf657-c331-4894-83da-32eb6862cd52" providerId="ADAL" clId="{8A906D39-CB1F-428F-8940-E81161E2D538}" dt="2022-10-07T05:13:07.418" v="73" actId="26606"/>
          <ac:grpSpMkLst>
            <pc:docMk/>
            <pc:sldMk cId="3877674622" sldId="403"/>
            <ac:grpSpMk id="33" creationId="{20F7ACBD-1BAA-4CBC-A561-880B5E556F35}"/>
          </ac:grpSpMkLst>
        </pc:grpChg>
        <pc:grpChg chg="add del">
          <ac:chgData name="MU038787@office.mmu.edu.my" userId="6b4cf657-c331-4894-83da-32eb6862cd52" providerId="ADAL" clId="{8A906D39-CB1F-428F-8940-E81161E2D538}" dt="2022-10-07T05:13:13.467" v="75" actId="26606"/>
          <ac:grpSpMkLst>
            <pc:docMk/>
            <pc:sldMk cId="3877674622" sldId="403"/>
            <ac:grpSpMk id="37" creationId="{749C117F-F390-437B-ADB0-57E87EFF34F5}"/>
          </ac:grpSpMkLst>
        </pc:grpChg>
        <pc:grpChg chg="add del">
          <ac:chgData name="MU038787@office.mmu.edu.my" userId="6b4cf657-c331-4894-83da-32eb6862cd52" providerId="ADAL" clId="{8A906D39-CB1F-428F-8940-E81161E2D538}" dt="2022-10-07T05:13:13.467" v="75" actId="26606"/>
          <ac:grpSpMkLst>
            <pc:docMk/>
            <pc:sldMk cId="3877674622" sldId="403"/>
            <ac:grpSpMk id="40" creationId="{59C7C6ED-4EA1-4532-A820-59A8ADEEE0F9}"/>
          </ac:grpSpMkLst>
        </pc:grpChg>
        <pc:picChg chg="mod">
          <ac:chgData name="MU038787@office.mmu.edu.my" userId="6b4cf657-c331-4894-83da-32eb6862cd52" providerId="ADAL" clId="{8A906D39-CB1F-428F-8940-E81161E2D538}" dt="2022-10-07T05:13:26.365" v="77" actId="1076"/>
          <ac:picMkLst>
            <pc:docMk/>
            <pc:sldMk cId="3877674622" sldId="403"/>
            <ac:picMk id="5" creationId="{00000000-0000-0000-0000-000000000000}"/>
          </ac:picMkLst>
        </pc:picChg>
        <pc:cxnChg chg="add del">
          <ac:chgData name="MU038787@office.mmu.edu.my" userId="6b4cf657-c331-4894-83da-32eb6862cd52" providerId="ADAL" clId="{8A906D39-CB1F-428F-8940-E81161E2D538}" dt="2022-10-07T05:13:02.995" v="70" actId="26606"/>
          <ac:cxnSpMkLst>
            <pc:docMk/>
            <pc:sldMk cId="3877674622" sldId="403"/>
            <ac:cxnSpMk id="16" creationId="{20742BC3-654B-4E41-9A6A-73A42E477639}"/>
          </ac:cxnSpMkLst>
        </pc:cxnChg>
        <pc:cxnChg chg="add del">
          <ac:chgData name="MU038787@office.mmu.edu.my" userId="6b4cf657-c331-4894-83da-32eb6862cd52" providerId="ADAL" clId="{8A906D39-CB1F-428F-8940-E81161E2D538}" dt="2022-10-07T05:13:02.995" v="70" actId="26606"/>
          <ac:cxnSpMkLst>
            <pc:docMk/>
            <pc:sldMk cId="3877674622" sldId="403"/>
            <ac:cxnSpMk id="28" creationId="{AF9ABF50-2998-468E-A550-85A1DD0DDC93}"/>
          </ac:cxnSpMkLst>
        </pc:cxnChg>
        <pc:cxnChg chg="add del">
          <ac:chgData name="MU038787@office.mmu.edu.my" userId="6b4cf657-c331-4894-83da-32eb6862cd52" providerId="ADAL" clId="{8A906D39-CB1F-428F-8940-E81161E2D538}" dt="2022-10-07T05:13:07.418" v="73" actId="26606"/>
          <ac:cxnSpMkLst>
            <pc:docMk/>
            <pc:sldMk cId="3877674622" sldId="403"/>
            <ac:cxnSpMk id="31" creationId="{0DFD28A6-39F3-425F-8050-E5BF1B4523B2}"/>
          </ac:cxnSpMkLst>
        </pc:cxnChg>
        <pc:cxnChg chg="add del">
          <ac:chgData name="MU038787@office.mmu.edu.my" userId="6b4cf657-c331-4894-83da-32eb6862cd52" providerId="ADAL" clId="{8A906D39-CB1F-428F-8940-E81161E2D538}" dt="2022-10-07T05:13:07.418" v="73" actId="26606"/>
          <ac:cxnSpMkLst>
            <pc:docMk/>
            <pc:sldMk cId="3877674622" sldId="403"/>
            <ac:cxnSpMk id="35" creationId="{647A3FF6-0F12-488B-A6E0-44B0E7CA4CCC}"/>
          </ac:cxnSpMkLst>
        </pc:cxnChg>
        <pc:cxnChg chg="add del">
          <ac:chgData name="MU038787@office.mmu.edu.my" userId="6b4cf657-c331-4894-83da-32eb6862cd52" providerId="ADAL" clId="{8A906D39-CB1F-428F-8940-E81161E2D538}" dt="2022-10-07T05:13:13.467" v="75" actId="26606"/>
          <ac:cxnSpMkLst>
            <pc:docMk/>
            <pc:sldMk cId="3877674622" sldId="403"/>
            <ac:cxnSpMk id="38" creationId="{20742BC3-654B-4E41-9A6A-73A42E477639}"/>
          </ac:cxnSpMkLst>
        </pc:cxnChg>
        <pc:cxnChg chg="add del">
          <ac:chgData name="MU038787@office.mmu.edu.my" userId="6b4cf657-c331-4894-83da-32eb6862cd52" providerId="ADAL" clId="{8A906D39-CB1F-428F-8940-E81161E2D538}" dt="2022-10-07T05:13:13.467" v="75" actId="26606"/>
          <ac:cxnSpMkLst>
            <pc:docMk/>
            <pc:sldMk cId="3877674622" sldId="403"/>
            <ac:cxnSpMk id="42" creationId="{B8D6659D-FA60-4C6D-A9F6-063E294AA159}"/>
          </ac:cxnSpMkLst>
        </pc:cxnChg>
      </pc:sldChg>
      <pc:sldChg chg="modSp mod">
        <pc:chgData name="MU038787@office.mmu.edu.my" userId="6b4cf657-c331-4894-83da-32eb6862cd52" providerId="ADAL" clId="{8A906D39-CB1F-428F-8940-E81161E2D538}" dt="2022-10-07T05:13:53.967" v="81" actId="1582"/>
        <pc:sldMkLst>
          <pc:docMk/>
          <pc:sldMk cId="2828906866" sldId="404"/>
        </pc:sldMkLst>
        <pc:picChg chg="mod">
          <ac:chgData name="MU038787@office.mmu.edu.my" userId="6b4cf657-c331-4894-83da-32eb6862cd52" providerId="ADAL" clId="{8A906D39-CB1F-428F-8940-E81161E2D538}" dt="2022-10-07T05:13:53.967" v="81" actId="1582"/>
          <ac:picMkLst>
            <pc:docMk/>
            <pc:sldMk cId="2828906866" sldId="404"/>
            <ac:picMk id="5" creationId="{00000000-0000-0000-0000-000000000000}"/>
          </ac:picMkLst>
        </pc:picChg>
      </pc:sldChg>
      <pc:sldChg chg="modSp mod">
        <pc:chgData name="MU038787@office.mmu.edu.my" userId="6b4cf657-c331-4894-83da-32eb6862cd52" providerId="ADAL" clId="{8A906D39-CB1F-428F-8940-E81161E2D538}" dt="2022-10-07T05:15:22.081" v="87" actId="207"/>
        <pc:sldMkLst>
          <pc:docMk/>
          <pc:sldMk cId="1963335108" sldId="406"/>
        </pc:sldMkLst>
        <pc:spChg chg="mod">
          <ac:chgData name="MU038787@office.mmu.edu.my" userId="6b4cf657-c331-4894-83da-32eb6862cd52" providerId="ADAL" clId="{8A906D39-CB1F-428F-8940-E81161E2D538}" dt="2022-10-07T05:15:22.081" v="87" actId="207"/>
          <ac:spMkLst>
            <pc:docMk/>
            <pc:sldMk cId="1963335108" sldId="406"/>
            <ac:spMk id="3" creationId="{00000000-0000-0000-0000-000000000000}"/>
          </ac:spMkLst>
        </pc:spChg>
      </pc:sldChg>
      <pc:sldChg chg="addSp modSp mod setBg">
        <pc:chgData name="MU038787@office.mmu.edu.my" userId="6b4cf657-c331-4894-83da-32eb6862cd52" providerId="ADAL" clId="{8A906D39-CB1F-428F-8940-E81161E2D538}" dt="2022-10-07T05:15:52.730" v="89" actId="26606"/>
        <pc:sldMkLst>
          <pc:docMk/>
          <pc:sldMk cId="3746498365" sldId="407"/>
        </pc:sldMkLst>
        <pc:spChg chg="mod">
          <ac:chgData name="MU038787@office.mmu.edu.my" userId="6b4cf657-c331-4894-83da-32eb6862cd52" providerId="ADAL" clId="{8A906D39-CB1F-428F-8940-E81161E2D538}" dt="2022-10-07T05:15:52.730" v="89" actId="26606"/>
          <ac:spMkLst>
            <pc:docMk/>
            <pc:sldMk cId="3746498365" sldId="407"/>
            <ac:spMk id="6" creationId="{00000000-0000-0000-0000-000000000000}"/>
          </ac:spMkLst>
        </pc:spChg>
        <pc:spChg chg="add">
          <ac:chgData name="MU038787@office.mmu.edu.my" userId="6b4cf657-c331-4894-83da-32eb6862cd52" providerId="ADAL" clId="{8A906D39-CB1F-428F-8940-E81161E2D538}" dt="2022-10-07T05:15:52.730" v="89" actId="26606"/>
          <ac:spMkLst>
            <pc:docMk/>
            <pc:sldMk cId="3746498365" sldId="407"/>
            <ac:spMk id="19" creationId="{1755C732-3264-4614-8316-41F75483710B}"/>
          </ac:spMkLst>
        </pc:spChg>
        <pc:spChg chg="add">
          <ac:chgData name="MU038787@office.mmu.edu.my" userId="6b4cf657-c331-4894-83da-32eb6862cd52" providerId="ADAL" clId="{8A906D39-CB1F-428F-8940-E81161E2D538}" dt="2022-10-07T05:15:52.730" v="89" actId="26606"/>
          <ac:spMkLst>
            <pc:docMk/>
            <pc:sldMk cId="3746498365" sldId="407"/>
            <ac:spMk id="27" creationId="{4AD786D6-2C42-45AF-888B-F2038C4D0A70}"/>
          </ac:spMkLst>
        </pc:spChg>
        <pc:grpChg chg="add">
          <ac:chgData name="MU038787@office.mmu.edu.my" userId="6b4cf657-c331-4894-83da-32eb6862cd52" providerId="ADAL" clId="{8A906D39-CB1F-428F-8940-E81161E2D538}" dt="2022-10-07T05:15:52.730" v="89" actId="26606"/>
          <ac:grpSpMkLst>
            <pc:docMk/>
            <pc:sldMk cId="3746498365" sldId="407"/>
            <ac:grpSpMk id="11" creationId="{749C117F-F390-437B-ADB0-57E87EFF34F5}"/>
          </ac:grpSpMkLst>
        </pc:grpChg>
        <pc:grpChg chg="add">
          <ac:chgData name="MU038787@office.mmu.edu.my" userId="6b4cf657-c331-4894-83da-32eb6862cd52" providerId="ADAL" clId="{8A906D39-CB1F-428F-8940-E81161E2D538}" dt="2022-10-07T05:15:52.730" v="89" actId="26606"/>
          <ac:grpSpMkLst>
            <pc:docMk/>
            <pc:sldMk cId="3746498365" sldId="407"/>
            <ac:grpSpMk id="21" creationId="{59C7C6ED-4EA1-4532-A820-59A8ADEEE0F9}"/>
          </ac:grpSpMkLst>
        </pc:grpChg>
        <pc:picChg chg="mod ord">
          <ac:chgData name="MU038787@office.mmu.edu.my" userId="6b4cf657-c331-4894-83da-32eb6862cd52" providerId="ADAL" clId="{8A906D39-CB1F-428F-8940-E81161E2D538}" dt="2022-10-07T05:15:52.730" v="89" actId="26606"/>
          <ac:picMkLst>
            <pc:docMk/>
            <pc:sldMk cId="3746498365" sldId="407"/>
            <ac:picMk id="5" creationId="{00000000-0000-0000-0000-000000000000}"/>
          </ac:picMkLst>
        </pc:picChg>
        <pc:cxnChg chg="add">
          <ac:chgData name="MU038787@office.mmu.edu.my" userId="6b4cf657-c331-4894-83da-32eb6862cd52" providerId="ADAL" clId="{8A906D39-CB1F-428F-8940-E81161E2D538}" dt="2022-10-07T05:15:52.730" v="89" actId="26606"/>
          <ac:cxnSpMkLst>
            <pc:docMk/>
            <pc:sldMk cId="3746498365" sldId="407"/>
            <ac:cxnSpMk id="17" creationId="{20742BC3-654B-4E41-9A6A-73A42E477639}"/>
          </ac:cxnSpMkLst>
        </pc:cxnChg>
        <pc:cxnChg chg="add">
          <ac:chgData name="MU038787@office.mmu.edu.my" userId="6b4cf657-c331-4894-83da-32eb6862cd52" providerId="ADAL" clId="{8A906D39-CB1F-428F-8940-E81161E2D538}" dt="2022-10-07T05:15:52.730" v="89" actId="26606"/>
          <ac:cxnSpMkLst>
            <pc:docMk/>
            <pc:sldMk cId="3746498365" sldId="407"/>
            <ac:cxnSpMk id="29" creationId="{B8D6659D-FA60-4C6D-A9F6-063E294AA159}"/>
          </ac:cxnSpMkLst>
        </pc:cxnChg>
      </pc:sldChg>
      <pc:sldChg chg="addSp modSp mod setBg">
        <pc:chgData name="MU038787@office.mmu.edu.my" userId="6b4cf657-c331-4894-83da-32eb6862cd52" providerId="ADAL" clId="{8A906D39-CB1F-428F-8940-E81161E2D538}" dt="2022-10-07T05:16:06.095" v="90" actId="26606"/>
        <pc:sldMkLst>
          <pc:docMk/>
          <pc:sldMk cId="1886965023" sldId="408"/>
        </pc:sldMkLst>
        <pc:spChg chg="mod">
          <ac:chgData name="MU038787@office.mmu.edu.my" userId="6b4cf657-c331-4894-83da-32eb6862cd52" providerId="ADAL" clId="{8A906D39-CB1F-428F-8940-E81161E2D538}" dt="2022-10-07T05:16:06.095" v="90" actId="26606"/>
          <ac:spMkLst>
            <pc:docMk/>
            <pc:sldMk cId="1886965023" sldId="408"/>
            <ac:spMk id="4" creationId="{00000000-0000-0000-0000-000000000000}"/>
          </ac:spMkLst>
        </pc:spChg>
        <pc:spChg chg="add">
          <ac:chgData name="MU038787@office.mmu.edu.my" userId="6b4cf657-c331-4894-83da-32eb6862cd52" providerId="ADAL" clId="{8A906D39-CB1F-428F-8940-E81161E2D538}" dt="2022-10-07T05:16:06.095" v="90" actId="26606"/>
          <ac:spMkLst>
            <pc:docMk/>
            <pc:sldMk cId="1886965023" sldId="408"/>
            <ac:spMk id="18" creationId="{1755C732-3264-4614-8316-41F75483710B}"/>
          </ac:spMkLst>
        </pc:spChg>
        <pc:spChg chg="add">
          <ac:chgData name="MU038787@office.mmu.edu.my" userId="6b4cf657-c331-4894-83da-32eb6862cd52" providerId="ADAL" clId="{8A906D39-CB1F-428F-8940-E81161E2D538}" dt="2022-10-07T05:16:06.095" v="90" actId="26606"/>
          <ac:spMkLst>
            <pc:docMk/>
            <pc:sldMk cId="1886965023" sldId="408"/>
            <ac:spMk id="26" creationId="{4AD786D6-2C42-45AF-888B-F2038C4D0A70}"/>
          </ac:spMkLst>
        </pc:spChg>
        <pc:grpChg chg="add">
          <ac:chgData name="MU038787@office.mmu.edu.my" userId="6b4cf657-c331-4894-83da-32eb6862cd52" providerId="ADAL" clId="{8A906D39-CB1F-428F-8940-E81161E2D538}" dt="2022-10-07T05:16:06.095" v="90" actId="26606"/>
          <ac:grpSpMkLst>
            <pc:docMk/>
            <pc:sldMk cId="1886965023" sldId="408"/>
            <ac:grpSpMk id="10" creationId="{749C117F-F390-437B-ADB0-57E87EFF34F5}"/>
          </ac:grpSpMkLst>
        </pc:grpChg>
        <pc:grpChg chg="add">
          <ac:chgData name="MU038787@office.mmu.edu.my" userId="6b4cf657-c331-4894-83da-32eb6862cd52" providerId="ADAL" clId="{8A906D39-CB1F-428F-8940-E81161E2D538}" dt="2022-10-07T05:16:06.095" v="90" actId="26606"/>
          <ac:grpSpMkLst>
            <pc:docMk/>
            <pc:sldMk cId="1886965023" sldId="408"/>
            <ac:grpSpMk id="20" creationId="{59C7C6ED-4EA1-4532-A820-59A8ADEEE0F9}"/>
          </ac:grpSpMkLst>
        </pc:grpChg>
        <pc:picChg chg="mod">
          <ac:chgData name="MU038787@office.mmu.edu.my" userId="6b4cf657-c331-4894-83da-32eb6862cd52" providerId="ADAL" clId="{8A906D39-CB1F-428F-8940-E81161E2D538}" dt="2022-10-07T05:16:06.095" v="90" actId="26606"/>
          <ac:picMkLst>
            <pc:docMk/>
            <pc:sldMk cId="1886965023" sldId="408"/>
            <ac:picMk id="5" creationId="{00000000-0000-0000-0000-000000000000}"/>
          </ac:picMkLst>
        </pc:picChg>
        <pc:cxnChg chg="add">
          <ac:chgData name="MU038787@office.mmu.edu.my" userId="6b4cf657-c331-4894-83da-32eb6862cd52" providerId="ADAL" clId="{8A906D39-CB1F-428F-8940-E81161E2D538}" dt="2022-10-07T05:16:06.095" v="90" actId="26606"/>
          <ac:cxnSpMkLst>
            <pc:docMk/>
            <pc:sldMk cId="1886965023" sldId="408"/>
            <ac:cxnSpMk id="16" creationId="{20742BC3-654B-4E41-9A6A-73A42E477639}"/>
          </ac:cxnSpMkLst>
        </pc:cxnChg>
        <pc:cxnChg chg="add">
          <ac:chgData name="MU038787@office.mmu.edu.my" userId="6b4cf657-c331-4894-83da-32eb6862cd52" providerId="ADAL" clId="{8A906D39-CB1F-428F-8940-E81161E2D538}" dt="2022-10-07T05:16:06.095" v="90" actId="26606"/>
          <ac:cxnSpMkLst>
            <pc:docMk/>
            <pc:sldMk cId="1886965023" sldId="408"/>
            <ac:cxnSpMk id="28" creationId="{B8D6659D-FA60-4C6D-A9F6-063E294AA159}"/>
          </ac:cxnSpMkLst>
        </pc:cxnChg>
      </pc:sldChg>
      <pc:sldChg chg="addSp modSp mod setBg">
        <pc:chgData name="MU038787@office.mmu.edu.my" userId="6b4cf657-c331-4894-83da-32eb6862cd52" providerId="ADAL" clId="{8A906D39-CB1F-428F-8940-E81161E2D538}" dt="2022-10-07T05:14:08.283" v="83" actId="26606"/>
        <pc:sldMkLst>
          <pc:docMk/>
          <pc:sldMk cId="2387979181" sldId="410"/>
        </pc:sldMkLst>
        <pc:spChg chg="mod">
          <ac:chgData name="MU038787@office.mmu.edu.my" userId="6b4cf657-c331-4894-83da-32eb6862cd52" providerId="ADAL" clId="{8A906D39-CB1F-428F-8940-E81161E2D538}" dt="2022-10-07T05:14:08.283" v="83" actId="26606"/>
          <ac:spMkLst>
            <pc:docMk/>
            <pc:sldMk cId="2387979181" sldId="410"/>
            <ac:spMk id="2" creationId="{00000000-0000-0000-0000-000000000000}"/>
          </ac:spMkLst>
        </pc:spChg>
        <pc:spChg chg="mod">
          <ac:chgData name="MU038787@office.mmu.edu.my" userId="6b4cf657-c331-4894-83da-32eb6862cd52" providerId="ADAL" clId="{8A906D39-CB1F-428F-8940-E81161E2D538}" dt="2022-10-07T05:14:08.283" v="83" actId="26606"/>
          <ac:spMkLst>
            <pc:docMk/>
            <pc:sldMk cId="2387979181" sldId="410"/>
            <ac:spMk id="3" creationId="{00000000-0000-0000-0000-000000000000}"/>
          </ac:spMkLst>
        </pc:spChg>
        <pc:spChg chg="add">
          <ac:chgData name="MU038787@office.mmu.edu.my" userId="6b4cf657-c331-4894-83da-32eb6862cd52" providerId="ADAL" clId="{8A906D39-CB1F-428F-8940-E81161E2D538}" dt="2022-10-07T05:14:08.283" v="83" actId="26606"/>
          <ac:spMkLst>
            <pc:docMk/>
            <pc:sldMk cId="2387979181" sldId="410"/>
            <ac:spMk id="8" creationId="{52723366-C73B-4ED6-ADEF-29911C6BC55F}"/>
          </ac:spMkLst>
        </pc:spChg>
        <pc:spChg chg="add">
          <ac:chgData name="MU038787@office.mmu.edu.my" userId="6b4cf657-c331-4894-83da-32eb6862cd52" providerId="ADAL" clId="{8A906D39-CB1F-428F-8940-E81161E2D538}" dt="2022-10-07T05:14:08.283" v="83" actId="26606"/>
          <ac:spMkLst>
            <pc:docMk/>
            <pc:sldMk cId="2387979181" sldId="410"/>
            <ac:spMk id="10" creationId="{847A4152-8E41-4D1C-B88C-57C5C430A69E}"/>
          </ac:spMkLst>
        </pc:spChg>
        <pc:spChg chg="add">
          <ac:chgData name="MU038787@office.mmu.edu.my" userId="6b4cf657-c331-4894-83da-32eb6862cd52" providerId="ADAL" clId="{8A906D39-CB1F-428F-8940-E81161E2D538}" dt="2022-10-07T05:14:08.283" v="83" actId="26606"/>
          <ac:spMkLst>
            <pc:docMk/>
            <pc:sldMk cId="2387979181" sldId="410"/>
            <ac:spMk id="12" creationId="{999F76F5-72D4-4814-9169-8F535AEEB809}"/>
          </ac:spMkLst>
        </pc:spChg>
        <pc:spChg chg="add">
          <ac:chgData name="MU038787@office.mmu.edu.my" userId="6b4cf657-c331-4894-83da-32eb6862cd52" providerId="ADAL" clId="{8A906D39-CB1F-428F-8940-E81161E2D538}" dt="2022-10-07T05:14:08.283" v="83" actId="26606"/>
          <ac:spMkLst>
            <pc:docMk/>
            <pc:sldMk cId="2387979181" sldId="410"/>
            <ac:spMk id="14" creationId="{C6202988-4466-42C5-B33A-AFABF051B4FE}"/>
          </ac:spMkLst>
        </pc:spChg>
      </pc:sldChg>
      <pc:sldChg chg="addSp modSp mod setBg">
        <pc:chgData name="MU038787@office.mmu.edu.my" userId="6b4cf657-c331-4894-83da-32eb6862cd52" providerId="ADAL" clId="{8A906D39-CB1F-428F-8940-E81161E2D538}" dt="2022-10-07T05:14:13.066" v="84" actId="26606"/>
        <pc:sldMkLst>
          <pc:docMk/>
          <pc:sldMk cId="2585327929" sldId="411"/>
        </pc:sldMkLst>
        <pc:spChg chg="mod">
          <ac:chgData name="MU038787@office.mmu.edu.my" userId="6b4cf657-c331-4894-83da-32eb6862cd52" providerId="ADAL" clId="{8A906D39-CB1F-428F-8940-E81161E2D538}" dt="2022-10-07T05:14:13.066" v="84" actId="26606"/>
          <ac:spMkLst>
            <pc:docMk/>
            <pc:sldMk cId="2585327929" sldId="411"/>
            <ac:spMk id="2" creationId="{00000000-0000-0000-0000-000000000000}"/>
          </ac:spMkLst>
        </pc:spChg>
        <pc:spChg chg="mod ord">
          <ac:chgData name="MU038787@office.mmu.edu.my" userId="6b4cf657-c331-4894-83da-32eb6862cd52" providerId="ADAL" clId="{8A906D39-CB1F-428F-8940-E81161E2D538}" dt="2022-10-07T05:14:13.066" v="84" actId="26606"/>
          <ac:spMkLst>
            <pc:docMk/>
            <pc:sldMk cId="2585327929" sldId="411"/>
            <ac:spMk id="3" creationId="{00000000-0000-0000-0000-000000000000}"/>
          </ac:spMkLst>
        </pc:spChg>
        <pc:spChg chg="add">
          <ac:chgData name="MU038787@office.mmu.edu.my" userId="6b4cf657-c331-4894-83da-32eb6862cd52" providerId="ADAL" clId="{8A906D39-CB1F-428F-8940-E81161E2D538}" dt="2022-10-07T05:14:13.066" v="84" actId="26606"/>
          <ac:spMkLst>
            <pc:docMk/>
            <pc:sldMk cId="2585327929" sldId="411"/>
            <ac:spMk id="10" creationId="{22AC0F86-9A78-4E84-A4B4-ADB8B2629A0C}"/>
          </ac:spMkLst>
        </pc:spChg>
        <pc:spChg chg="add">
          <ac:chgData name="MU038787@office.mmu.edu.my" userId="6b4cf657-c331-4894-83da-32eb6862cd52" providerId="ADAL" clId="{8A906D39-CB1F-428F-8940-E81161E2D538}" dt="2022-10-07T05:14:13.066" v="84" actId="26606"/>
          <ac:spMkLst>
            <pc:docMk/>
            <pc:sldMk cId="2585327929" sldId="411"/>
            <ac:spMk id="18" creationId="{69A54E25-1C05-48E5-A5CC-3778C1D3632D}"/>
          </ac:spMkLst>
        </pc:spChg>
        <pc:grpChg chg="add">
          <ac:chgData name="MU038787@office.mmu.edu.my" userId="6b4cf657-c331-4894-83da-32eb6862cd52" providerId="ADAL" clId="{8A906D39-CB1F-428F-8940-E81161E2D538}" dt="2022-10-07T05:14:13.066" v="84" actId="26606"/>
          <ac:grpSpMkLst>
            <pc:docMk/>
            <pc:sldMk cId="2585327929" sldId="411"/>
            <ac:grpSpMk id="12" creationId="{4AF78B9E-8BE2-4706-9377-A05FA25ABABF}"/>
          </ac:grpSpMkLst>
        </pc:grpChg>
        <pc:picChg chg="mod">
          <ac:chgData name="MU038787@office.mmu.edu.my" userId="6b4cf657-c331-4894-83da-32eb6862cd52" providerId="ADAL" clId="{8A906D39-CB1F-428F-8940-E81161E2D538}" dt="2022-10-07T05:14:13.066" v="84" actId="26606"/>
          <ac:picMkLst>
            <pc:docMk/>
            <pc:sldMk cId="2585327929" sldId="411"/>
            <ac:picMk id="5" creationId="{00000000-0000-0000-0000-000000000000}"/>
          </ac:picMkLst>
        </pc:picChg>
        <pc:cxnChg chg="add">
          <ac:chgData name="MU038787@office.mmu.edu.my" userId="6b4cf657-c331-4894-83da-32eb6862cd52" providerId="ADAL" clId="{8A906D39-CB1F-428F-8940-E81161E2D538}" dt="2022-10-07T05:14:13.066" v="84" actId="26606"/>
          <ac:cxnSpMkLst>
            <pc:docMk/>
            <pc:sldMk cId="2585327929" sldId="411"/>
            <ac:cxnSpMk id="20" creationId="{0E5D0023-B23E-4823-8D72-B07FFF8CAE96}"/>
          </ac:cxnSpMkLst>
        </pc:cxnChg>
      </pc:sldChg>
      <pc:sldChg chg="modSp mod">
        <pc:chgData name="MU038787@office.mmu.edu.my" userId="6b4cf657-c331-4894-83da-32eb6862cd52" providerId="ADAL" clId="{8A906D39-CB1F-428F-8940-E81161E2D538}" dt="2022-10-07T05:16:29.121" v="91" actId="207"/>
        <pc:sldMkLst>
          <pc:docMk/>
          <pc:sldMk cId="1491882223" sldId="412"/>
        </pc:sldMkLst>
        <pc:spChg chg="mod">
          <ac:chgData name="MU038787@office.mmu.edu.my" userId="6b4cf657-c331-4894-83da-32eb6862cd52" providerId="ADAL" clId="{8A906D39-CB1F-428F-8940-E81161E2D538}" dt="2022-10-07T05:16:29.121" v="91" actId="207"/>
          <ac:spMkLst>
            <pc:docMk/>
            <pc:sldMk cId="1491882223" sldId="412"/>
            <ac:spMk id="3" creationId="{00000000-0000-0000-0000-000000000000}"/>
          </ac:spMkLst>
        </pc:spChg>
      </pc:sldChg>
      <pc:sldChg chg="addSp modSp mod setBg">
        <pc:chgData name="MU038787@office.mmu.edu.my" userId="6b4cf657-c331-4894-83da-32eb6862cd52" providerId="ADAL" clId="{8A906D39-CB1F-428F-8940-E81161E2D538}" dt="2022-10-07T05:16:59.006" v="95" actId="962"/>
        <pc:sldMkLst>
          <pc:docMk/>
          <pc:sldMk cId="177454460" sldId="413"/>
        </pc:sldMkLst>
        <pc:spChg chg="mod">
          <ac:chgData name="MU038787@office.mmu.edu.my" userId="6b4cf657-c331-4894-83da-32eb6862cd52" providerId="ADAL" clId="{8A906D39-CB1F-428F-8940-E81161E2D538}" dt="2022-10-07T05:16:54.347" v="92" actId="26606"/>
          <ac:spMkLst>
            <pc:docMk/>
            <pc:sldMk cId="177454460" sldId="413"/>
            <ac:spMk id="2" creationId="{00000000-0000-0000-0000-000000000000}"/>
          </ac:spMkLst>
        </pc:spChg>
        <pc:spChg chg="mod">
          <ac:chgData name="MU038787@office.mmu.edu.my" userId="6b4cf657-c331-4894-83da-32eb6862cd52" providerId="ADAL" clId="{8A906D39-CB1F-428F-8940-E81161E2D538}" dt="2022-10-07T05:16:59.006" v="95" actId="962"/>
          <ac:spMkLst>
            <pc:docMk/>
            <pc:sldMk cId="177454460" sldId="413"/>
            <ac:spMk id="3" creationId="{00000000-0000-0000-0000-000000000000}"/>
          </ac:spMkLst>
        </pc:spChg>
        <pc:spChg chg="add">
          <ac:chgData name="MU038787@office.mmu.edu.my" userId="6b4cf657-c331-4894-83da-32eb6862cd52" providerId="ADAL" clId="{8A906D39-CB1F-428F-8940-E81161E2D538}" dt="2022-10-07T05:16:54.347" v="92" actId="26606"/>
          <ac:spMkLst>
            <pc:docMk/>
            <pc:sldMk cId="177454460" sldId="413"/>
            <ac:spMk id="9" creationId="{E0837993-CF68-4B71-B30D-9FF2DBDC69D1}"/>
          </ac:spMkLst>
        </pc:spChg>
        <pc:grpChg chg="add">
          <ac:chgData name="MU038787@office.mmu.edu.my" userId="6b4cf657-c331-4894-83da-32eb6862cd52" providerId="ADAL" clId="{8A906D39-CB1F-428F-8940-E81161E2D538}" dt="2022-10-07T05:16:54.347" v="92" actId="26606"/>
          <ac:grpSpMkLst>
            <pc:docMk/>
            <pc:sldMk cId="177454460" sldId="413"/>
            <ac:grpSpMk id="11" creationId="{5BC1EB0E-C682-4477-94FF-E3696ACD5A6A}"/>
          </ac:grpSpMkLst>
        </pc:grpChg>
        <pc:picChg chg="mod">
          <ac:chgData name="MU038787@office.mmu.edu.my" userId="6b4cf657-c331-4894-83da-32eb6862cd52" providerId="ADAL" clId="{8A906D39-CB1F-428F-8940-E81161E2D538}" dt="2022-10-07T05:16:59.006" v="94" actId="27614"/>
          <ac:picMkLst>
            <pc:docMk/>
            <pc:sldMk cId="177454460" sldId="413"/>
            <ac:picMk id="4" creationId="{00000000-0000-0000-0000-000000000000}"/>
          </ac:picMkLst>
        </pc:picChg>
      </pc:sldChg>
      <pc:sldChg chg="addSp modSp mod setBg">
        <pc:chgData name="MU038787@office.mmu.edu.my" userId="6b4cf657-c331-4894-83da-32eb6862cd52" providerId="ADAL" clId="{8A906D39-CB1F-428F-8940-E81161E2D538}" dt="2022-10-07T05:17:30.654" v="96" actId="26606"/>
        <pc:sldMkLst>
          <pc:docMk/>
          <pc:sldMk cId="3939637129" sldId="414"/>
        </pc:sldMkLst>
        <pc:spChg chg="mod">
          <ac:chgData name="MU038787@office.mmu.edu.my" userId="6b4cf657-c331-4894-83da-32eb6862cd52" providerId="ADAL" clId="{8A906D39-CB1F-428F-8940-E81161E2D538}" dt="2022-10-07T05:17:30.654" v="96" actId="26606"/>
          <ac:spMkLst>
            <pc:docMk/>
            <pc:sldMk cId="3939637129" sldId="414"/>
            <ac:spMk id="2" creationId="{00000000-0000-0000-0000-000000000000}"/>
          </ac:spMkLst>
        </pc:spChg>
        <pc:spChg chg="mod ord">
          <ac:chgData name="MU038787@office.mmu.edu.my" userId="6b4cf657-c331-4894-83da-32eb6862cd52" providerId="ADAL" clId="{8A906D39-CB1F-428F-8940-E81161E2D538}" dt="2022-10-07T05:17:30.654" v="96" actId="26606"/>
          <ac:spMkLst>
            <pc:docMk/>
            <pc:sldMk cId="3939637129" sldId="414"/>
            <ac:spMk id="3" creationId="{00000000-0000-0000-0000-000000000000}"/>
          </ac:spMkLst>
        </pc:spChg>
        <pc:spChg chg="add">
          <ac:chgData name="MU038787@office.mmu.edu.my" userId="6b4cf657-c331-4894-83da-32eb6862cd52" providerId="ADAL" clId="{8A906D39-CB1F-428F-8940-E81161E2D538}" dt="2022-10-07T05:17:30.654" v="96" actId="26606"/>
          <ac:spMkLst>
            <pc:docMk/>
            <pc:sldMk cId="3939637129" sldId="414"/>
            <ac:spMk id="10" creationId="{AFF43104-F524-418A-A0E3-3146340ABA89}"/>
          </ac:spMkLst>
        </pc:spChg>
        <pc:spChg chg="add">
          <ac:chgData name="MU038787@office.mmu.edu.my" userId="6b4cf657-c331-4894-83da-32eb6862cd52" providerId="ADAL" clId="{8A906D39-CB1F-428F-8940-E81161E2D538}" dt="2022-10-07T05:17:30.654" v="96" actId="26606"/>
          <ac:spMkLst>
            <pc:docMk/>
            <pc:sldMk cId="3939637129" sldId="414"/>
            <ac:spMk id="18" creationId="{B6ABA3F9-ECC4-45D8-8538-B7EEC4D27651}"/>
          </ac:spMkLst>
        </pc:spChg>
        <pc:grpChg chg="add">
          <ac:chgData name="MU038787@office.mmu.edu.my" userId="6b4cf657-c331-4894-83da-32eb6862cd52" providerId="ADAL" clId="{8A906D39-CB1F-428F-8940-E81161E2D538}" dt="2022-10-07T05:17:30.654" v="96" actId="26606"/>
          <ac:grpSpMkLst>
            <pc:docMk/>
            <pc:sldMk cId="3939637129" sldId="414"/>
            <ac:grpSpMk id="12" creationId="{323E5CD5-3226-4DDD-97AC-81C8F40E0963}"/>
          </ac:grpSpMkLst>
        </pc:grpChg>
        <pc:picChg chg="mod ord">
          <ac:chgData name="MU038787@office.mmu.edu.my" userId="6b4cf657-c331-4894-83da-32eb6862cd52" providerId="ADAL" clId="{8A906D39-CB1F-428F-8940-E81161E2D538}" dt="2022-10-07T05:17:30.654" v="96" actId="26606"/>
          <ac:picMkLst>
            <pc:docMk/>
            <pc:sldMk cId="3939637129" sldId="414"/>
            <ac:picMk id="4" creationId="{00000000-0000-0000-0000-000000000000}"/>
          </ac:picMkLst>
        </pc:picChg>
        <pc:picChg chg="mod">
          <ac:chgData name="MU038787@office.mmu.edu.my" userId="6b4cf657-c331-4894-83da-32eb6862cd52" providerId="ADAL" clId="{8A906D39-CB1F-428F-8940-E81161E2D538}" dt="2022-10-07T05:17:30.654" v="96" actId="26606"/>
          <ac:picMkLst>
            <pc:docMk/>
            <pc:sldMk cId="3939637129" sldId="414"/>
            <ac:picMk id="5" creationId="{00000000-0000-0000-0000-000000000000}"/>
          </ac:picMkLst>
        </pc:picChg>
        <pc:cxnChg chg="add">
          <ac:chgData name="MU038787@office.mmu.edu.my" userId="6b4cf657-c331-4894-83da-32eb6862cd52" providerId="ADAL" clId="{8A906D39-CB1F-428F-8940-E81161E2D538}" dt="2022-10-07T05:17:30.654" v="96" actId="26606"/>
          <ac:cxnSpMkLst>
            <pc:docMk/>
            <pc:sldMk cId="3939637129" sldId="414"/>
            <ac:cxnSpMk id="20" creationId="{420C8890-1E3E-474D-9D1E-D3E3062B61E4}"/>
          </ac:cxnSpMkLst>
        </pc:cxnChg>
      </pc:sldChg>
      <pc:sldChg chg="addSp delSp modSp mod setBg">
        <pc:chgData name="MU038787@office.mmu.edu.my" userId="6b4cf657-c331-4894-83da-32eb6862cd52" providerId="ADAL" clId="{8A906D39-CB1F-428F-8940-E81161E2D538}" dt="2022-10-07T05:18:13.874" v="102" actId="26606"/>
        <pc:sldMkLst>
          <pc:docMk/>
          <pc:sldMk cId="3931117067" sldId="415"/>
        </pc:sldMkLst>
        <pc:spChg chg="mod">
          <ac:chgData name="MU038787@office.mmu.edu.my" userId="6b4cf657-c331-4894-83da-32eb6862cd52" providerId="ADAL" clId="{8A906D39-CB1F-428F-8940-E81161E2D538}" dt="2022-10-07T05:18:13.874" v="102" actId="26606"/>
          <ac:spMkLst>
            <pc:docMk/>
            <pc:sldMk cId="3931117067" sldId="415"/>
            <ac:spMk id="2" creationId="{00000000-0000-0000-0000-000000000000}"/>
          </ac:spMkLst>
        </pc:spChg>
        <pc:spChg chg="mod ord">
          <ac:chgData name="MU038787@office.mmu.edu.my" userId="6b4cf657-c331-4894-83da-32eb6862cd52" providerId="ADAL" clId="{8A906D39-CB1F-428F-8940-E81161E2D538}" dt="2022-10-07T05:18:13.874" v="102" actId="26606"/>
          <ac:spMkLst>
            <pc:docMk/>
            <pc:sldMk cId="3931117067" sldId="415"/>
            <ac:spMk id="3" creationId="{00000000-0000-0000-0000-000000000000}"/>
          </ac:spMkLst>
        </pc:spChg>
        <pc:spChg chg="add del">
          <ac:chgData name="MU038787@office.mmu.edu.my" userId="6b4cf657-c331-4894-83da-32eb6862cd52" providerId="ADAL" clId="{8A906D39-CB1F-428F-8940-E81161E2D538}" dt="2022-10-07T05:17:47.717" v="98" actId="26606"/>
          <ac:spMkLst>
            <pc:docMk/>
            <pc:sldMk cId="3931117067" sldId="415"/>
            <ac:spMk id="9" creationId="{ED56E41F-B8E0-4D18-B554-FD40260DE0E3}"/>
          </ac:spMkLst>
        </pc:spChg>
        <pc:spChg chg="add del">
          <ac:chgData name="MU038787@office.mmu.edu.my" userId="6b4cf657-c331-4894-83da-32eb6862cd52" providerId="ADAL" clId="{8A906D39-CB1F-428F-8940-E81161E2D538}" dt="2022-10-07T05:17:47.717" v="98" actId="26606"/>
          <ac:spMkLst>
            <pc:docMk/>
            <pc:sldMk cId="3931117067" sldId="415"/>
            <ac:spMk id="17" creationId="{23E937B9-07EE-456A-A31C-41A8866E28A2}"/>
          </ac:spMkLst>
        </pc:spChg>
        <pc:grpChg chg="add del">
          <ac:chgData name="MU038787@office.mmu.edu.my" userId="6b4cf657-c331-4894-83da-32eb6862cd52" providerId="ADAL" clId="{8A906D39-CB1F-428F-8940-E81161E2D538}" dt="2022-10-07T05:17:47.717" v="98" actId="26606"/>
          <ac:grpSpMkLst>
            <pc:docMk/>
            <pc:sldMk cId="3931117067" sldId="415"/>
            <ac:grpSpMk id="11" creationId="{2DB31E17-E562-4F82-98D0-858C84120F34}"/>
          </ac:grpSpMkLst>
        </pc:grpChg>
        <pc:picChg chg="mod">
          <ac:chgData name="MU038787@office.mmu.edu.my" userId="6b4cf657-c331-4894-83da-32eb6862cd52" providerId="ADAL" clId="{8A906D39-CB1F-428F-8940-E81161E2D538}" dt="2022-10-07T05:18:13.874" v="102" actId="26606"/>
          <ac:picMkLst>
            <pc:docMk/>
            <pc:sldMk cId="3931117067" sldId="415"/>
            <ac:picMk id="4" creationId="{00000000-0000-0000-0000-000000000000}"/>
          </ac:picMkLst>
        </pc:picChg>
        <pc:cxnChg chg="add del">
          <ac:chgData name="MU038787@office.mmu.edu.my" userId="6b4cf657-c331-4894-83da-32eb6862cd52" providerId="ADAL" clId="{8A906D39-CB1F-428F-8940-E81161E2D538}" dt="2022-10-07T05:17:47.717" v="98" actId="26606"/>
          <ac:cxnSpMkLst>
            <pc:docMk/>
            <pc:sldMk cId="3931117067" sldId="415"/>
            <ac:cxnSpMk id="19" creationId="{FD2308B7-2829-44DD-B213-27EEBDED1411}"/>
          </ac:cxnSpMkLst>
        </pc:cxnChg>
      </pc:sldChg>
      <pc:sldChg chg="addSp modSp mod setBg">
        <pc:chgData name="MU038787@office.mmu.edu.my" userId="6b4cf657-c331-4894-83da-32eb6862cd52" providerId="ADAL" clId="{8A906D39-CB1F-428F-8940-E81161E2D538}" dt="2022-10-07T05:18:27.954" v="103" actId="26606"/>
        <pc:sldMkLst>
          <pc:docMk/>
          <pc:sldMk cId="1155382091" sldId="416"/>
        </pc:sldMkLst>
        <pc:spChg chg="mod">
          <ac:chgData name="MU038787@office.mmu.edu.my" userId="6b4cf657-c331-4894-83da-32eb6862cd52" providerId="ADAL" clId="{8A906D39-CB1F-428F-8940-E81161E2D538}" dt="2022-10-07T05:18:27.954" v="103" actId="26606"/>
          <ac:spMkLst>
            <pc:docMk/>
            <pc:sldMk cId="1155382091" sldId="416"/>
            <ac:spMk id="2" creationId="{00000000-0000-0000-0000-000000000000}"/>
          </ac:spMkLst>
        </pc:spChg>
        <pc:spChg chg="mod">
          <ac:chgData name="MU038787@office.mmu.edu.my" userId="6b4cf657-c331-4894-83da-32eb6862cd52" providerId="ADAL" clId="{8A906D39-CB1F-428F-8940-E81161E2D538}" dt="2022-10-07T05:18:27.954" v="103" actId="26606"/>
          <ac:spMkLst>
            <pc:docMk/>
            <pc:sldMk cId="1155382091" sldId="416"/>
            <ac:spMk id="3" creationId="{00000000-0000-0000-0000-000000000000}"/>
          </ac:spMkLst>
        </pc:spChg>
        <pc:spChg chg="add">
          <ac:chgData name="MU038787@office.mmu.edu.my" userId="6b4cf657-c331-4894-83da-32eb6862cd52" providerId="ADAL" clId="{8A906D39-CB1F-428F-8940-E81161E2D538}" dt="2022-10-07T05:18:27.954" v="103" actId="26606"/>
          <ac:spMkLst>
            <pc:docMk/>
            <pc:sldMk cId="1155382091" sldId="416"/>
            <ac:spMk id="19" creationId="{C10CC07B-CA4C-49F7-A1FF-F96DA96FF427}"/>
          </ac:spMkLst>
        </pc:spChg>
        <pc:spChg chg="add">
          <ac:chgData name="MU038787@office.mmu.edu.my" userId="6b4cf657-c331-4894-83da-32eb6862cd52" providerId="ADAL" clId="{8A906D39-CB1F-428F-8940-E81161E2D538}" dt="2022-10-07T05:18:27.954" v="103" actId="26606"/>
          <ac:spMkLst>
            <pc:docMk/>
            <pc:sldMk cId="1155382091" sldId="416"/>
            <ac:spMk id="27" creationId="{7D0E6809-DFB9-49E1-96CD-62D9E900E558}"/>
          </ac:spMkLst>
        </pc:spChg>
        <pc:grpChg chg="add">
          <ac:chgData name="MU038787@office.mmu.edu.my" userId="6b4cf657-c331-4894-83da-32eb6862cd52" providerId="ADAL" clId="{8A906D39-CB1F-428F-8940-E81161E2D538}" dt="2022-10-07T05:18:27.954" v="103" actId="26606"/>
          <ac:grpSpMkLst>
            <pc:docMk/>
            <pc:sldMk cId="1155382091" sldId="416"/>
            <ac:grpSpMk id="11" creationId="{3FEEE78B-6EC9-4EE6-B42A-C56FE0583E95}"/>
          </ac:grpSpMkLst>
        </pc:grpChg>
        <pc:grpChg chg="add">
          <ac:chgData name="MU038787@office.mmu.edu.my" userId="6b4cf657-c331-4894-83da-32eb6862cd52" providerId="ADAL" clId="{8A906D39-CB1F-428F-8940-E81161E2D538}" dt="2022-10-07T05:18:27.954" v="103" actId="26606"/>
          <ac:grpSpMkLst>
            <pc:docMk/>
            <pc:sldMk cId="1155382091" sldId="416"/>
            <ac:grpSpMk id="21" creationId="{60BFC893-4B6A-49DA-9D35-814AA290F741}"/>
          </ac:grpSpMkLst>
        </pc:grpChg>
        <pc:picChg chg="mod ord">
          <ac:chgData name="MU038787@office.mmu.edu.my" userId="6b4cf657-c331-4894-83da-32eb6862cd52" providerId="ADAL" clId="{8A906D39-CB1F-428F-8940-E81161E2D538}" dt="2022-10-07T05:18:27.954" v="103" actId="26606"/>
          <ac:picMkLst>
            <pc:docMk/>
            <pc:sldMk cId="1155382091" sldId="416"/>
            <ac:picMk id="4" creationId="{00000000-0000-0000-0000-000000000000}"/>
          </ac:picMkLst>
        </pc:picChg>
        <pc:picChg chg="mod">
          <ac:chgData name="MU038787@office.mmu.edu.my" userId="6b4cf657-c331-4894-83da-32eb6862cd52" providerId="ADAL" clId="{8A906D39-CB1F-428F-8940-E81161E2D538}" dt="2022-10-07T05:18:27.954" v="103" actId="26606"/>
          <ac:picMkLst>
            <pc:docMk/>
            <pc:sldMk cId="1155382091" sldId="416"/>
            <ac:picMk id="5" creationId="{00000000-0000-0000-0000-000000000000}"/>
          </ac:picMkLst>
        </pc:picChg>
        <pc:picChg chg="mod">
          <ac:chgData name="MU038787@office.mmu.edu.my" userId="6b4cf657-c331-4894-83da-32eb6862cd52" providerId="ADAL" clId="{8A906D39-CB1F-428F-8940-E81161E2D538}" dt="2022-10-07T05:18:27.954" v="103" actId="26606"/>
          <ac:picMkLst>
            <pc:docMk/>
            <pc:sldMk cId="1155382091" sldId="416"/>
            <ac:picMk id="6" creationId="{00000000-0000-0000-0000-000000000000}"/>
          </ac:picMkLst>
        </pc:picChg>
        <pc:cxnChg chg="add">
          <ac:chgData name="MU038787@office.mmu.edu.my" userId="6b4cf657-c331-4894-83da-32eb6862cd52" providerId="ADAL" clId="{8A906D39-CB1F-428F-8940-E81161E2D538}" dt="2022-10-07T05:18:27.954" v="103" actId="26606"/>
          <ac:cxnSpMkLst>
            <pc:docMk/>
            <pc:sldMk cId="1155382091" sldId="416"/>
            <ac:cxnSpMk id="17" creationId="{A82A5FDC-0CB0-426A-A974-5B7A646F2EC1}"/>
          </ac:cxnSpMkLst>
        </pc:cxnChg>
        <pc:cxnChg chg="add">
          <ac:chgData name="MU038787@office.mmu.edu.my" userId="6b4cf657-c331-4894-83da-32eb6862cd52" providerId="ADAL" clId="{8A906D39-CB1F-428F-8940-E81161E2D538}" dt="2022-10-07T05:18:27.954" v="103" actId="26606"/>
          <ac:cxnSpMkLst>
            <pc:docMk/>
            <pc:sldMk cId="1155382091" sldId="416"/>
            <ac:cxnSpMk id="29" creationId="{5714A049-40FE-4FF6-9176-06ADCD274E2E}"/>
          </ac:cxnSpMkLst>
        </pc:cxnChg>
      </pc:sldChg>
      <pc:sldChg chg="addSp delSp modSp mod">
        <pc:chgData name="MU038787@office.mmu.edu.my" userId="6b4cf657-c331-4894-83da-32eb6862cd52" providerId="ADAL" clId="{8A906D39-CB1F-428F-8940-E81161E2D538}" dt="2022-10-07T05:19:22.243" v="110" actId="403"/>
        <pc:sldMkLst>
          <pc:docMk/>
          <pc:sldMk cId="0" sldId="417"/>
        </pc:sldMkLst>
        <pc:spChg chg="mod">
          <ac:chgData name="MU038787@office.mmu.edu.my" userId="6b4cf657-c331-4894-83da-32eb6862cd52" providerId="ADAL" clId="{8A906D39-CB1F-428F-8940-E81161E2D538}" dt="2022-10-07T05:19:00.320" v="105" actId="26606"/>
          <ac:spMkLst>
            <pc:docMk/>
            <pc:sldMk cId="0" sldId="417"/>
            <ac:spMk id="112642" creationId="{74BD133A-5DF3-49DC-A0C5-50D377C0E692}"/>
          </ac:spMkLst>
        </pc:spChg>
        <pc:spChg chg="mod">
          <ac:chgData name="MU038787@office.mmu.edu.my" userId="6b4cf657-c331-4894-83da-32eb6862cd52" providerId="ADAL" clId="{8A906D39-CB1F-428F-8940-E81161E2D538}" dt="2022-10-07T05:19:22.243" v="110" actId="403"/>
          <ac:spMkLst>
            <pc:docMk/>
            <pc:sldMk cId="0" sldId="417"/>
            <ac:spMk id="112643" creationId="{01E8EE35-A7E8-4B1C-A2B2-4DAF8DDC3370}"/>
          </ac:spMkLst>
        </pc:spChg>
        <pc:spChg chg="add">
          <ac:chgData name="MU038787@office.mmu.edu.my" userId="6b4cf657-c331-4894-83da-32eb6862cd52" providerId="ADAL" clId="{8A906D39-CB1F-428F-8940-E81161E2D538}" dt="2022-10-07T05:19:00.320" v="105" actId="26606"/>
          <ac:spMkLst>
            <pc:docMk/>
            <pc:sldMk cId="0" sldId="417"/>
            <ac:spMk id="112648" creationId="{0B7C4858-FAA3-4226-A856-193A01910E69}"/>
          </ac:spMkLst>
        </pc:spChg>
        <pc:spChg chg="add">
          <ac:chgData name="MU038787@office.mmu.edu.my" userId="6b4cf657-c331-4894-83da-32eb6862cd52" providerId="ADAL" clId="{8A906D39-CB1F-428F-8940-E81161E2D538}" dt="2022-10-07T05:19:00.320" v="105" actId="26606"/>
          <ac:spMkLst>
            <pc:docMk/>
            <pc:sldMk cId="0" sldId="417"/>
            <ac:spMk id="112650" creationId="{68C1B503-0291-4E82-A65E-72D604D9F6CF}"/>
          </ac:spMkLst>
        </pc:spChg>
        <pc:spChg chg="add">
          <ac:chgData name="MU038787@office.mmu.edu.my" userId="6b4cf657-c331-4894-83da-32eb6862cd52" providerId="ADAL" clId="{8A906D39-CB1F-428F-8940-E81161E2D538}" dt="2022-10-07T05:19:00.320" v="105" actId="26606"/>
          <ac:spMkLst>
            <pc:docMk/>
            <pc:sldMk cId="0" sldId="417"/>
            <ac:spMk id="112652" creationId="{B3F836C5-9601-4982-A121-CCA49BF7BA6C}"/>
          </ac:spMkLst>
        </pc:spChg>
        <pc:spChg chg="add">
          <ac:chgData name="MU038787@office.mmu.edu.my" userId="6b4cf657-c331-4894-83da-32eb6862cd52" providerId="ADAL" clId="{8A906D39-CB1F-428F-8940-E81161E2D538}" dt="2022-10-07T05:19:00.320" v="105" actId="26606"/>
          <ac:spMkLst>
            <pc:docMk/>
            <pc:sldMk cId="0" sldId="417"/>
            <ac:spMk id="112654" creationId="{46CD0D05-FF47-4ABB-841C-0600CADC354B}"/>
          </ac:spMkLst>
        </pc:spChg>
        <pc:picChg chg="del">
          <ac:chgData name="MU038787@office.mmu.edu.my" userId="6b4cf657-c331-4894-83da-32eb6862cd52" providerId="ADAL" clId="{8A906D39-CB1F-428F-8940-E81161E2D538}" dt="2022-10-07T05:18:49.999" v="104" actId="478"/>
          <ac:picMkLst>
            <pc:docMk/>
            <pc:sldMk cId="0" sldId="417"/>
            <ac:picMk id="2" creationId="{CD37F02D-BA77-4FC1-86DF-98EEBEBC68AA}"/>
          </ac:picMkLst>
        </pc:picChg>
      </pc:sldChg>
      <pc:sldChg chg="del">
        <pc:chgData name="MU038787@office.mmu.edu.my" userId="6b4cf657-c331-4894-83da-32eb6862cd52" providerId="ADAL" clId="{8A906D39-CB1F-428F-8940-E81161E2D538}" dt="2022-10-07T05:21:24.217" v="117" actId="2696"/>
        <pc:sldMkLst>
          <pc:docMk/>
          <pc:sldMk cId="409837564" sldId="418"/>
        </pc:sldMkLst>
      </pc:sldChg>
      <pc:sldChg chg="addSp delSp modSp add mod setBg setClrOvrMap delDesignElem">
        <pc:chgData name="MU038787@office.mmu.edu.my" userId="6b4cf657-c331-4894-83da-32eb6862cd52" providerId="ADAL" clId="{8A906D39-CB1F-428F-8940-E81161E2D538}" dt="2022-10-07T05:20:08.207" v="116" actId="403"/>
        <pc:sldMkLst>
          <pc:docMk/>
          <pc:sldMk cId="0" sldId="419"/>
        </pc:sldMkLst>
        <pc:spChg chg="mod">
          <ac:chgData name="MU038787@office.mmu.edu.my" userId="6b4cf657-c331-4894-83da-32eb6862cd52" providerId="ADAL" clId="{8A906D39-CB1F-428F-8940-E81161E2D538}" dt="2022-10-07T05:20:08.207" v="116" actId="403"/>
          <ac:spMkLst>
            <pc:docMk/>
            <pc:sldMk cId="0" sldId="419"/>
            <ac:spMk id="19459" creationId="{3B20591C-14D4-E26C-FBFF-534A9072145E}"/>
          </ac:spMkLst>
        </pc:spChg>
        <pc:spChg chg="del">
          <ac:chgData name="MU038787@office.mmu.edu.my" userId="6b4cf657-c331-4894-83da-32eb6862cd52" providerId="ADAL" clId="{8A906D39-CB1F-428F-8940-E81161E2D538}" dt="2022-10-07T05:19:51.569" v="112"/>
          <ac:spMkLst>
            <pc:docMk/>
            <pc:sldMk cId="0" sldId="419"/>
            <ac:spMk id="19465" creationId="{FDF8837B-BAE2-489A-8F93-69216307D5A5}"/>
          </ac:spMkLst>
        </pc:spChg>
        <pc:spChg chg="add">
          <ac:chgData name="MU038787@office.mmu.edu.my" userId="6b4cf657-c331-4894-83da-32eb6862cd52" providerId="ADAL" clId="{8A906D39-CB1F-428F-8940-E81161E2D538}" dt="2022-10-07T05:20:03.747" v="113" actId="26606"/>
          <ac:spMkLst>
            <pc:docMk/>
            <pc:sldMk cId="0" sldId="419"/>
            <ac:spMk id="19466" creationId="{FDF8837B-BAE2-489A-8F93-69216307D5A5}"/>
          </ac:spMkLst>
        </pc:spChg>
        <pc:cxnChg chg="del">
          <ac:chgData name="MU038787@office.mmu.edu.my" userId="6b4cf657-c331-4894-83da-32eb6862cd52" providerId="ADAL" clId="{8A906D39-CB1F-428F-8940-E81161E2D538}" dt="2022-10-07T05:19:51.569" v="112"/>
          <ac:cxnSpMkLst>
            <pc:docMk/>
            <pc:sldMk cId="0" sldId="419"/>
            <ac:cxnSpMk id="19467" creationId="{B48BEE9B-A2F4-4BF3-9EAD-16E1A7FC2DC6}"/>
          </ac:cxnSpMkLst>
        </pc:cxnChg>
        <pc:cxnChg chg="add">
          <ac:chgData name="MU038787@office.mmu.edu.my" userId="6b4cf657-c331-4894-83da-32eb6862cd52" providerId="ADAL" clId="{8A906D39-CB1F-428F-8940-E81161E2D538}" dt="2022-10-07T05:20:03.747" v="113" actId="26606"/>
          <ac:cxnSpMkLst>
            <pc:docMk/>
            <pc:sldMk cId="0" sldId="419"/>
            <ac:cxnSpMk id="19468" creationId="{B48BEE9B-A2F4-4BF3-9EAD-16E1A7FC2DC6}"/>
          </ac:cxnSpMkLst>
        </pc:cxn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EA13A4-8BD2-4D28-8A7C-3733E535AD1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8EEE56D-9E03-4070-A343-0AA611CA4498}">
      <dgm:prSet/>
      <dgm:spPr/>
      <dgm:t>
        <a:bodyPr/>
        <a:lstStyle/>
        <a:p>
          <a:pPr>
            <a:lnSpc>
              <a:spcPct val="100000"/>
            </a:lnSpc>
          </a:pPr>
          <a:r>
            <a:rPr lang="en-US"/>
            <a:t>Identify the characteristics of the face technologies</a:t>
          </a:r>
        </a:p>
      </dgm:t>
    </dgm:pt>
    <dgm:pt modelId="{6B0FBE4B-C3A3-4012-ACF2-8B33B1CAAC50}" type="parTrans" cxnId="{7440E11E-9F99-473F-A847-7E869539A9B2}">
      <dgm:prSet/>
      <dgm:spPr/>
      <dgm:t>
        <a:bodyPr/>
        <a:lstStyle/>
        <a:p>
          <a:endParaRPr lang="en-US"/>
        </a:p>
      </dgm:t>
    </dgm:pt>
    <dgm:pt modelId="{B01AD45D-AD3E-4DF0-87D0-266DD596DA19}" type="sibTrans" cxnId="{7440E11E-9F99-473F-A847-7E869539A9B2}">
      <dgm:prSet/>
      <dgm:spPr/>
      <dgm:t>
        <a:bodyPr/>
        <a:lstStyle/>
        <a:p>
          <a:endParaRPr lang="en-US"/>
        </a:p>
      </dgm:t>
    </dgm:pt>
    <dgm:pt modelId="{F19DE85B-1245-4A49-B72B-6F19F68AC9AB}">
      <dgm:prSet/>
      <dgm:spPr/>
      <dgm:t>
        <a:bodyPr/>
        <a:lstStyle/>
        <a:p>
          <a:pPr>
            <a:lnSpc>
              <a:spcPct val="100000"/>
            </a:lnSpc>
          </a:pPr>
          <a:r>
            <a:rPr lang="en-US"/>
            <a:t>Become familiar with the face recognition methodology</a:t>
          </a:r>
        </a:p>
      </dgm:t>
    </dgm:pt>
    <dgm:pt modelId="{DE6644FF-9495-4191-9AD8-20980B21C589}" type="parTrans" cxnId="{EA66EC43-50D4-4221-983F-55CE95046953}">
      <dgm:prSet/>
      <dgm:spPr/>
      <dgm:t>
        <a:bodyPr/>
        <a:lstStyle/>
        <a:p>
          <a:endParaRPr lang="en-US"/>
        </a:p>
      </dgm:t>
    </dgm:pt>
    <dgm:pt modelId="{F0330CF3-C707-4DB4-B400-BFC0EEFF4362}" type="sibTrans" cxnId="{EA66EC43-50D4-4221-983F-55CE95046953}">
      <dgm:prSet/>
      <dgm:spPr/>
      <dgm:t>
        <a:bodyPr/>
        <a:lstStyle/>
        <a:p>
          <a:endParaRPr lang="en-US"/>
        </a:p>
      </dgm:t>
    </dgm:pt>
    <dgm:pt modelId="{1F197771-7CB2-4D8D-88FF-A5248E9881A2}">
      <dgm:prSet/>
      <dgm:spPr/>
      <dgm:t>
        <a:bodyPr/>
        <a:lstStyle/>
        <a:p>
          <a:pPr>
            <a:lnSpc>
              <a:spcPct val="100000"/>
            </a:lnSpc>
          </a:pPr>
          <a:r>
            <a:rPr lang="en-US"/>
            <a:t>Look at the advantages and disadvantages of various face recognition algorithms</a:t>
          </a:r>
        </a:p>
      </dgm:t>
    </dgm:pt>
    <dgm:pt modelId="{66C1F683-8D57-44DA-A250-95D95B6F09D8}" type="parTrans" cxnId="{B6F188EA-CD9C-440B-B8E9-1F887E31A5CF}">
      <dgm:prSet/>
      <dgm:spPr/>
      <dgm:t>
        <a:bodyPr/>
        <a:lstStyle/>
        <a:p>
          <a:endParaRPr lang="en-US"/>
        </a:p>
      </dgm:t>
    </dgm:pt>
    <dgm:pt modelId="{2044B592-EBB0-4635-9843-7BB90AA7F7CE}" type="sibTrans" cxnId="{B6F188EA-CD9C-440B-B8E9-1F887E31A5CF}">
      <dgm:prSet/>
      <dgm:spPr/>
      <dgm:t>
        <a:bodyPr/>
        <a:lstStyle/>
        <a:p>
          <a:endParaRPr lang="en-US"/>
        </a:p>
      </dgm:t>
    </dgm:pt>
    <dgm:pt modelId="{66D1D07D-DBFF-4D9C-BB05-899D20873136}" type="pres">
      <dgm:prSet presAssocID="{A1EA13A4-8BD2-4D28-8A7C-3733E535AD11}" presName="root" presStyleCnt="0">
        <dgm:presLayoutVars>
          <dgm:dir/>
          <dgm:resizeHandles val="exact"/>
        </dgm:presLayoutVars>
      </dgm:prSet>
      <dgm:spPr/>
    </dgm:pt>
    <dgm:pt modelId="{DD247BED-3DD7-4AAF-BE8E-0363DBF2508B}" type="pres">
      <dgm:prSet presAssocID="{F8EEE56D-9E03-4070-A343-0AA611CA4498}" presName="compNode" presStyleCnt="0"/>
      <dgm:spPr/>
    </dgm:pt>
    <dgm:pt modelId="{D80B978C-C771-43A0-910A-93643B641E5F}" type="pres">
      <dgm:prSet presAssocID="{F8EEE56D-9E03-4070-A343-0AA611CA4498}" presName="bgRect" presStyleLbl="bgShp" presStyleIdx="0" presStyleCnt="3"/>
      <dgm:spPr/>
    </dgm:pt>
    <dgm:pt modelId="{601B91D1-699C-41D3-B1D1-F53514A3ED10}" type="pres">
      <dgm:prSet presAssocID="{F8EEE56D-9E03-4070-A343-0AA611CA449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mputer"/>
        </a:ext>
      </dgm:extLst>
    </dgm:pt>
    <dgm:pt modelId="{950140A0-B6B7-4A29-8E45-CC774200B870}" type="pres">
      <dgm:prSet presAssocID="{F8EEE56D-9E03-4070-A343-0AA611CA4498}" presName="spaceRect" presStyleCnt="0"/>
      <dgm:spPr/>
    </dgm:pt>
    <dgm:pt modelId="{745DB7D9-1AC5-4213-9DB7-5B079BB50591}" type="pres">
      <dgm:prSet presAssocID="{F8EEE56D-9E03-4070-A343-0AA611CA4498}" presName="parTx" presStyleLbl="revTx" presStyleIdx="0" presStyleCnt="3">
        <dgm:presLayoutVars>
          <dgm:chMax val="0"/>
          <dgm:chPref val="0"/>
        </dgm:presLayoutVars>
      </dgm:prSet>
      <dgm:spPr/>
    </dgm:pt>
    <dgm:pt modelId="{C7923D8E-17A6-4C43-8658-EE962E12B8E8}" type="pres">
      <dgm:prSet presAssocID="{B01AD45D-AD3E-4DF0-87D0-266DD596DA19}" presName="sibTrans" presStyleCnt="0"/>
      <dgm:spPr/>
    </dgm:pt>
    <dgm:pt modelId="{E3A79010-949A-482E-BF17-BE181DA63990}" type="pres">
      <dgm:prSet presAssocID="{F19DE85B-1245-4A49-B72B-6F19F68AC9AB}" presName="compNode" presStyleCnt="0"/>
      <dgm:spPr/>
    </dgm:pt>
    <dgm:pt modelId="{ECA38C8C-7830-4FC7-9A2A-6113AF30CAC1}" type="pres">
      <dgm:prSet presAssocID="{F19DE85B-1245-4A49-B72B-6F19F68AC9AB}" presName="bgRect" presStyleLbl="bgShp" presStyleIdx="1" presStyleCnt="3"/>
      <dgm:spPr/>
    </dgm:pt>
    <dgm:pt modelId="{0B82816D-D93E-4319-A2CD-4EEAA850FC25}" type="pres">
      <dgm:prSet presAssocID="{F19DE85B-1245-4A49-B72B-6F19F68AC9A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D4081983-779D-4A77-9426-14B73F011BA2}" type="pres">
      <dgm:prSet presAssocID="{F19DE85B-1245-4A49-B72B-6F19F68AC9AB}" presName="spaceRect" presStyleCnt="0"/>
      <dgm:spPr/>
    </dgm:pt>
    <dgm:pt modelId="{300D7EB2-8148-449A-9245-272A6D2CF59C}" type="pres">
      <dgm:prSet presAssocID="{F19DE85B-1245-4A49-B72B-6F19F68AC9AB}" presName="parTx" presStyleLbl="revTx" presStyleIdx="1" presStyleCnt="3">
        <dgm:presLayoutVars>
          <dgm:chMax val="0"/>
          <dgm:chPref val="0"/>
        </dgm:presLayoutVars>
      </dgm:prSet>
      <dgm:spPr/>
    </dgm:pt>
    <dgm:pt modelId="{0691800B-6101-4E10-A708-2D1577B7BCEF}" type="pres">
      <dgm:prSet presAssocID="{F0330CF3-C707-4DB4-B400-BFC0EEFF4362}" presName="sibTrans" presStyleCnt="0"/>
      <dgm:spPr/>
    </dgm:pt>
    <dgm:pt modelId="{2B7C7C03-416E-450A-ACF8-F58F22B37267}" type="pres">
      <dgm:prSet presAssocID="{1F197771-7CB2-4D8D-88FF-A5248E9881A2}" presName="compNode" presStyleCnt="0"/>
      <dgm:spPr/>
    </dgm:pt>
    <dgm:pt modelId="{F3044795-7A5A-45E7-BF6E-66F407D33C51}" type="pres">
      <dgm:prSet presAssocID="{1F197771-7CB2-4D8D-88FF-A5248E9881A2}" presName="bgRect" presStyleLbl="bgShp" presStyleIdx="2" presStyleCnt="3"/>
      <dgm:spPr/>
    </dgm:pt>
    <dgm:pt modelId="{68CA4D4A-C55E-4F9A-81C3-9483857B0226}" type="pres">
      <dgm:prSet presAssocID="{1F197771-7CB2-4D8D-88FF-A5248E9881A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humbs Up Sign"/>
        </a:ext>
      </dgm:extLst>
    </dgm:pt>
    <dgm:pt modelId="{25F2DEE7-ECC4-446F-AF7D-2759D926E609}" type="pres">
      <dgm:prSet presAssocID="{1F197771-7CB2-4D8D-88FF-A5248E9881A2}" presName="spaceRect" presStyleCnt="0"/>
      <dgm:spPr/>
    </dgm:pt>
    <dgm:pt modelId="{623D353E-7BFF-4973-9201-7A9AA1FE57D5}" type="pres">
      <dgm:prSet presAssocID="{1F197771-7CB2-4D8D-88FF-A5248E9881A2}" presName="parTx" presStyleLbl="revTx" presStyleIdx="2" presStyleCnt="3">
        <dgm:presLayoutVars>
          <dgm:chMax val="0"/>
          <dgm:chPref val="0"/>
        </dgm:presLayoutVars>
      </dgm:prSet>
      <dgm:spPr/>
    </dgm:pt>
  </dgm:ptLst>
  <dgm:cxnLst>
    <dgm:cxn modelId="{B6A5220D-83CE-4D0F-AEE4-D1274C79322F}" type="presOf" srcId="{A1EA13A4-8BD2-4D28-8A7C-3733E535AD11}" destId="{66D1D07D-DBFF-4D9C-BB05-899D20873136}" srcOrd="0" destOrd="0" presId="urn:microsoft.com/office/officeart/2018/2/layout/IconVerticalSolidList"/>
    <dgm:cxn modelId="{7440E11E-9F99-473F-A847-7E869539A9B2}" srcId="{A1EA13A4-8BD2-4D28-8A7C-3733E535AD11}" destId="{F8EEE56D-9E03-4070-A343-0AA611CA4498}" srcOrd="0" destOrd="0" parTransId="{6B0FBE4B-C3A3-4012-ACF2-8B33B1CAAC50}" sibTransId="{B01AD45D-AD3E-4DF0-87D0-266DD596DA19}"/>
    <dgm:cxn modelId="{569C5A33-FD97-4150-BD42-6A095DDC42C0}" type="presOf" srcId="{F19DE85B-1245-4A49-B72B-6F19F68AC9AB}" destId="{300D7EB2-8148-449A-9245-272A6D2CF59C}" srcOrd="0" destOrd="0" presId="urn:microsoft.com/office/officeart/2018/2/layout/IconVerticalSolidList"/>
    <dgm:cxn modelId="{EA66EC43-50D4-4221-983F-55CE95046953}" srcId="{A1EA13A4-8BD2-4D28-8A7C-3733E535AD11}" destId="{F19DE85B-1245-4A49-B72B-6F19F68AC9AB}" srcOrd="1" destOrd="0" parTransId="{DE6644FF-9495-4191-9AD8-20980B21C589}" sibTransId="{F0330CF3-C707-4DB4-B400-BFC0EEFF4362}"/>
    <dgm:cxn modelId="{E9E3424B-AAF3-4CBE-A679-66DB1B6E21B8}" type="presOf" srcId="{F8EEE56D-9E03-4070-A343-0AA611CA4498}" destId="{745DB7D9-1AC5-4213-9DB7-5B079BB50591}" srcOrd="0" destOrd="0" presId="urn:microsoft.com/office/officeart/2018/2/layout/IconVerticalSolidList"/>
    <dgm:cxn modelId="{5305897D-CDB3-403C-91A2-D339F82F213F}" type="presOf" srcId="{1F197771-7CB2-4D8D-88FF-A5248E9881A2}" destId="{623D353E-7BFF-4973-9201-7A9AA1FE57D5}" srcOrd="0" destOrd="0" presId="urn:microsoft.com/office/officeart/2018/2/layout/IconVerticalSolidList"/>
    <dgm:cxn modelId="{B6F188EA-CD9C-440B-B8E9-1F887E31A5CF}" srcId="{A1EA13A4-8BD2-4D28-8A7C-3733E535AD11}" destId="{1F197771-7CB2-4D8D-88FF-A5248E9881A2}" srcOrd="2" destOrd="0" parTransId="{66C1F683-8D57-44DA-A250-95D95B6F09D8}" sibTransId="{2044B592-EBB0-4635-9843-7BB90AA7F7CE}"/>
    <dgm:cxn modelId="{04A885CA-3B32-416B-AF2E-369AFC69339C}" type="presParOf" srcId="{66D1D07D-DBFF-4D9C-BB05-899D20873136}" destId="{DD247BED-3DD7-4AAF-BE8E-0363DBF2508B}" srcOrd="0" destOrd="0" presId="urn:microsoft.com/office/officeart/2018/2/layout/IconVerticalSolidList"/>
    <dgm:cxn modelId="{BE3E09F3-0F85-4C58-9E4F-0C3372DA538E}" type="presParOf" srcId="{DD247BED-3DD7-4AAF-BE8E-0363DBF2508B}" destId="{D80B978C-C771-43A0-910A-93643B641E5F}" srcOrd="0" destOrd="0" presId="urn:microsoft.com/office/officeart/2018/2/layout/IconVerticalSolidList"/>
    <dgm:cxn modelId="{3314BF1A-243B-4E5C-90B8-AF41DFFBCA30}" type="presParOf" srcId="{DD247BED-3DD7-4AAF-BE8E-0363DBF2508B}" destId="{601B91D1-699C-41D3-B1D1-F53514A3ED10}" srcOrd="1" destOrd="0" presId="urn:microsoft.com/office/officeart/2018/2/layout/IconVerticalSolidList"/>
    <dgm:cxn modelId="{C01CC1EF-71B8-4931-B6BD-9DF924F62D71}" type="presParOf" srcId="{DD247BED-3DD7-4AAF-BE8E-0363DBF2508B}" destId="{950140A0-B6B7-4A29-8E45-CC774200B870}" srcOrd="2" destOrd="0" presId="urn:microsoft.com/office/officeart/2018/2/layout/IconVerticalSolidList"/>
    <dgm:cxn modelId="{C7816287-0BF1-48A5-9D36-05166A892428}" type="presParOf" srcId="{DD247BED-3DD7-4AAF-BE8E-0363DBF2508B}" destId="{745DB7D9-1AC5-4213-9DB7-5B079BB50591}" srcOrd="3" destOrd="0" presId="urn:microsoft.com/office/officeart/2018/2/layout/IconVerticalSolidList"/>
    <dgm:cxn modelId="{51C3B9FC-932D-4E88-9DD1-59B99EC029EC}" type="presParOf" srcId="{66D1D07D-DBFF-4D9C-BB05-899D20873136}" destId="{C7923D8E-17A6-4C43-8658-EE962E12B8E8}" srcOrd="1" destOrd="0" presId="urn:microsoft.com/office/officeart/2018/2/layout/IconVerticalSolidList"/>
    <dgm:cxn modelId="{DD3D37F0-14DF-4D7A-895E-5862FC47A59F}" type="presParOf" srcId="{66D1D07D-DBFF-4D9C-BB05-899D20873136}" destId="{E3A79010-949A-482E-BF17-BE181DA63990}" srcOrd="2" destOrd="0" presId="urn:microsoft.com/office/officeart/2018/2/layout/IconVerticalSolidList"/>
    <dgm:cxn modelId="{234883C2-F0FE-4EEC-9D2F-2978072E98D0}" type="presParOf" srcId="{E3A79010-949A-482E-BF17-BE181DA63990}" destId="{ECA38C8C-7830-4FC7-9A2A-6113AF30CAC1}" srcOrd="0" destOrd="0" presId="urn:microsoft.com/office/officeart/2018/2/layout/IconVerticalSolidList"/>
    <dgm:cxn modelId="{BBBAADCF-DF44-4989-93E3-B32D21655773}" type="presParOf" srcId="{E3A79010-949A-482E-BF17-BE181DA63990}" destId="{0B82816D-D93E-4319-A2CD-4EEAA850FC25}" srcOrd="1" destOrd="0" presId="urn:microsoft.com/office/officeart/2018/2/layout/IconVerticalSolidList"/>
    <dgm:cxn modelId="{27F8BC8E-CC30-49D0-A256-7A32BD194128}" type="presParOf" srcId="{E3A79010-949A-482E-BF17-BE181DA63990}" destId="{D4081983-779D-4A77-9426-14B73F011BA2}" srcOrd="2" destOrd="0" presId="urn:microsoft.com/office/officeart/2018/2/layout/IconVerticalSolidList"/>
    <dgm:cxn modelId="{43AF1446-44F5-4FE2-B453-6BC5C266150E}" type="presParOf" srcId="{E3A79010-949A-482E-BF17-BE181DA63990}" destId="{300D7EB2-8148-449A-9245-272A6D2CF59C}" srcOrd="3" destOrd="0" presId="urn:microsoft.com/office/officeart/2018/2/layout/IconVerticalSolidList"/>
    <dgm:cxn modelId="{9F56507D-BBB8-48E5-B08A-A7DDF86300CF}" type="presParOf" srcId="{66D1D07D-DBFF-4D9C-BB05-899D20873136}" destId="{0691800B-6101-4E10-A708-2D1577B7BCEF}" srcOrd="3" destOrd="0" presId="urn:microsoft.com/office/officeart/2018/2/layout/IconVerticalSolidList"/>
    <dgm:cxn modelId="{A1965F15-B377-4363-8815-8CB76106D50F}" type="presParOf" srcId="{66D1D07D-DBFF-4D9C-BB05-899D20873136}" destId="{2B7C7C03-416E-450A-ACF8-F58F22B37267}" srcOrd="4" destOrd="0" presId="urn:microsoft.com/office/officeart/2018/2/layout/IconVerticalSolidList"/>
    <dgm:cxn modelId="{5DD32115-1EB7-4D58-8F79-3D59D885CC47}" type="presParOf" srcId="{2B7C7C03-416E-450A-ACF8-F58F22B37267}" destId="{F3044795-7A5A-45E7-BF6E-66F407D33C51}" srcOrd="0" destOrd="0" presId="urn:microsoft.com/office/officeart/2018/2/layout/IconVerticalSolidList"/>
    <dgm:cxn modelId="{BBE34EB5-D2A2-4324-BACF-1804B41DADC1}" type="presParOf" srcId="{2B7C7C03-416E-450A-ACF8-F58F22B37267}" destId="{68CA4D4A-C55E-4F9A-81C3-9483857B0226}" srcOrd="1" destOrd="0" presId="urn:microsoft.com/office/officeart/2018/2/layout/IconVerticalSolidList"/>
    <dgm:cxn modelId="{4B7CBF56-541C-4357-A3FD-A183B791173B}" type="presParOf" srcId="{2B7C7C03-416E-450A-ACF8-F58F22B37267}" destId="{25F2DEE7-ECC4-446F-AF7D-2759D926E609}" srcOrd="2" destOrd="0" presId="urn:microsoft.com/office/officeart/2018/2/layout/IconVerticalSolidList"/>
    <dgm:cxn modelId="{3151A259-8BB5-4E28-9BC4-C9A6A125A1F5}" type="presParOf" srcId="{2B7C7C03-416E-450A-ACF8-F58F22B37267}" destId="{623D353E-7BFF-4973-9201-7A9AA1FE57D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3D021B-76E0-4D1E-83F3-BC40FB767BE5}"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9472C8C5-4D82-4569-9B39-3A2D0AEF74BA}">
      <dgm:prSet/>
      <dgm:spPr/>
      <dgm:t>
        <a:bodyPr/>
        <a:lstStyle/>
        <a:p>
          <a:r>
            <a:rPr lang="en-US"/>
            <a:t>Is a “passive” biometric task.</a:t>
          </a:r>
        </a:p>
      </dgm:t>
    </dgm:pt>
    <dgm:pt modelId="{E6628607-6468-40CC-B0B5-4A3C8FDD6699}" type="parTrans" cxnId="{EC666C5F-0A00-46E8-8E0F-B1FD54C7C587}">
      <dgm:prSet/>
      <dgm:spPr/>
      <dgm:t>
        <a:bodyPr/>
        <a:lstStyle/>
        <a:p>
          <a:endParaRPr lang="en-US"/>
        </a:p>
      </dgm:t>
    </dgm:pt>
    <dgm:pt modelId="{4828492D-50DE-4FE4-AAAD-EF91337C7F76}" type="sibTrans" cxnId="{EC666C5F-0A00-46E8-8E0F-B1FD54C7C587}">
      <dgm:prSet/>
      <dgm:spPr/>
      <dgm:t>
        <a:bodyPr/>
        <a:lstStyle/>
        <a:p>
          <a:endParaRPr lang="en-US"/>
        </a:p>
      </dgm:t>
    </dgm:pt>
    <dgm:pt modelId="{E206FA76-F95D-43BD-9888-22928D9E4BA3}">
      <dgm:prSet/>
      <dgm:spPr/>
      <dgm:t>
        <a:bodyPr/>
        <a:lstStyle/>
        <a:p>
          <a:r>
            <a:rPr lang="en-US"/>
            <a:t>Not much people’s cooperation is needed.</a:t>
          </a:r>
        </a:p>
      </dgm:t>
    </dgm:pt>
    <dgm:pt modelId="{A8D0A563-9455-4ADA-A489-ADC16FC00B72}" type="parTrans" cxnId="{2EA2E601-438F-4F39-9C75-9985841942BB}">
      <dgm:prSet/>
      <dgm:spPr/>
      <dgm:t>
        <a:bodyPr/>
        <a:lstStyle/>
        <a:p>
          <a:endParaRPr lang="en-US"/>
        </a:p>
      </dgm:t>
    </dgm:pt>
    <dgm:pt modelId="{DCB94B09-F7B2-4DA1-B78E-BCE5FEDFA78C}" type="sibTrans" cxnId="{2EA2E601-438F-4F39-9C75-9985841942BB}">
      <dgm:prSet/>
      <dgm:spPr/>
      <dgm:t>
        <a:bodyPr/>
        <a:lstStyle/>
        <a:p>
          <a:endParaRPr lang="en-US"/>
        </a:p>
      </dgm:t>
    </dgm:pt>
    <dgm:pt modelId="{A8953526-543A-41F7-AC82-79899FD46836}">
      <dgm:prSet/>
      <dgm:spPr/>
      <dgm:t>
        <a:bodyPr/>
        <a:lstStyle/>
        <a:p>
          <a:r>
            <a:rPr lang="en-US"/>
            <a:t>Unobtrusive nature – makes it more suitable for wide range surveillance &amp; security applications.</a:t>
          </a:r>
        </a:p>
      </dgm:t>
    </dgm:pt>
    <dgm:pt modelId="{77FD4939-7651-4801-9A9C-5F50122643A7}" type="parTrans" cxnId="{FDF991A3-4982-432A-961F-E36ACB641C2C}">
      <dgm:prSet/>
      <dgm:spPr/>
      <dgm:t>
        <a:bodyPr/>
        <a:lstStyle/>
        <a:p>
          <a:endParaRPr lang="en-US"/>
        </a:p>
      </dgm:t>
    </dgm:pt>
    <dgm:pt modelId="{3C896B16-E043-4483-8B10-53214F9EFDE2}" type="sibTrans" cxnId="{FDF991A3-4982-432A-961F-E36ACB641C2C}">
      <dgm:prSet/>
      <dgm:spPr/>
      <dgm:t>
        <a:bodyPr/>
        <a:lstStyle/>
        <a:p>
          <a:endParaRPr lang="en-US"/>
        </a:p>
      </dgm:t>
    </dgm:pt>
    <dgm:pt modelId="{47AB31D7-14B6-430D-87C2-2B1221189E96}" type="pres">
      <dgm:prSet presAssocID="{B63D021B-76E0-4D1E-83F3-BC40FB767BE5}" presName="hierChild1" presStyleCnt="0">
        <dgm:presLayoutVars>
          <dgm:chPref val="1"/>
          <dgm:dir/>
          <dgm:animOne val="branch"/>
          <dgm:animLvl val="lvl"/>
          <dgm:resizeHandles/>
        </dgm:presLayoutVars>
      </dgm:prSet>
      <dgm:spPr/>
    </dgm:pt>
    <dgm:pt modelId="{87CE3B5D-6217-40AC-8239-F853FA6F520B}" type="pres">
      <dgm:prSet presAssocID="{9472C8C5-4D82-4569-9B39-3A2D0AEF74BA}" presName="hierRoot1" presStyleCnt="0"/>
      <dgm:spPr/>
    </dgm:pt>
    <dgm:pt modelId="{44747231-A590-4509-9DA4-12E90E271775}" type="pres">
      <dgm:prSet presAssocID="{9472C8C5-4D82-4569-9B39-3A2D0AEF74BA}" presName="composite" presStyleCnt="0"/>
      <dgm:spPr/>
    </dgm:pt>
    <dgm:pt modelId="{490EC40F-F46D-49C9-8ECF-62F5D4707B75}" type="pres">
      <dgm:prSet presAssocID="{9472C8C5-4D82-4569-9B39-3A2D0AEF74BA}" presName="background" presStyleLbl="node0" presStyleIdx="0" presStyleCnt="3"/>
      <dgm:spPr/>
    </dgm:pt>
    <dgm:pt modelId="{07F1F177-1659-4623-BADB-2163DA8E1B3B}" type="pres">
      <dgm:prSet presAssocID="{9472C8C5-4D82-4569-9B39-3A2D0AEF74BA}" presName="text" presStyleLbl="fgAcc0" presStyleIdx="0" presStyleCnt="3">
        <dgm:presLayoutVars>
          <dgm:chPref val="3"/>
        </dgm:presLayoutVars>
      </dgm:prSet>
      <dgm:spPr/>
    </dgm:pt>
    <dgm:pt modelId="{55EEE231-7F58-4861-8C6E-C7F5897363E4}" type="pres">
      <dgm:prSet presAssocID="{9472C8C5-4D82-4569-9B39-3A2D0AEF74BA}" presName="hierChild2" presStyleCnt="0"/>
      <dgm:spPr/>
    </dgm:pt>
    <dgm:pt modelId="{739653D7-5265-454F-B288-BA64F84A3CF0}" type="pres">
      <dgm:prSet presAssocID="{E206FA76-F95D-43BD-9888-22928D9E4BA3}" presName="hierRoot1" presStyleCnt="0"/>
      <dgm:spPr/>
    </dgm:pt>
    <dgm:pt modelId="{39D4E854-CE71-4E8B-8A33-1EBF43064BD9}" type="pres">
      <dgm:prSet presAssocID="{E206FA76-F95D-43BD-9888-22928D9E4BA3}" presName="composite" presStyleCnt="0"/>
      <dgm:spPr/>
    </dgm:pt>
    <dgm:pt modelId="{6CAFDD54-DF67-4224-9E0B-01C2E948F8D6}" type="pres">
      <dgm:prSet presAssocID="{E206FA76-F95D-43BD-9888-22928D9E4BA3}" presName="background" presStyleLbl="node0" presStyleIdx="1" presStyleCnt="3"/>
      <dgm:spPr/>
    </dgm:pt>
    <dgm:pt modelId="{BC7E6864-43AB-4922-B4AB-2CAE5DDB4C4B}" type="pres">
      <dgm:prSet presAssocID="{E206FA76-F95D-43BD-9888-22928D9E4BA3}" presName="text" presStyleLbl="fgAcc0" presStyleIdx="1" presStyleCnt="3">
        <dgm:presLayoutVars>
          <dgm:chPref val="3"/>
        </dgm:presLayoutVars>
      </dgm:prSet>
      <dgm:spPr/>
    </dgm:pt>
    <dgm:pt modelId="{6B65CE03-0436-4ABC-8416-DB9DC537AC0C}" type="pres">
      <dgm:prSet presAssocID="{E206FA76-F95D-43BD-9888-22928D9E4BA3}" presName="hierChild2" presStyleCnt="0"/>
      <dgm:spPr/>
    </dgm:pt>
    <dgm:pt modelId="{0DDF8807-1843-4B0D-8F19-BD91BAB83BEA}" type="pres">
      <dgm:prSet presAssocID="{A8953526-543A-41F7-AC82-79899FD46836}" presName="hierRoot1" presStyleCnt="0"/>
      <dgm:spPr/>
    </dgm:pt>
    <dgm:pt modelId="{106267C8-215A-4B88-9C6B-5F3CD827AFDA}" type="pres">
      <dgm:prSet presAssocID="{A8953526-543A-41F7-AC82-79899FD46836}" presName="composite" presStyleCnt="0"/>
      <dgm:spPr/>
    </dgm:pt>
    <dgm:pt modelId="{EAA943AA-4811-4B0A-B058-0F510A7A21E2}" type="pres">
      <dgm:prSet presAssocID="{A8953526-543A-41F7-AC82-79899FD46836}" presName="background" presStyleLbl="node0" presStyleIdx="2" presStyleCnt="3"/>
      <dgm:spPr/>
    </dgm:pt>
    <dgm:pt modelId="{28FDF54A-CF08-468B-9714-DB1888B2ED36}" type="pres">
      <dgm:prSet presAssocID="{A8953526-543A-41F7-AC82-79899FD46836}" presName="text" presStyleLbl="fgAcc0" presStyleIdx="2" presStyleCnt="3">
        <dgm:presLayoutVars>
          <dgm:chPref val="3"/>
        </dgm:presLayoutVars>
      </dgm:prSet>
      <dgm:spPr/>
    </dgm:pt>
    <dgm:pt modelId="{3BA4CB25-C6BA-4EB8-B6FA-CF01CD48D24B}" type="pres">
      <dgm:prSet presAssocID="{A8953526-543A-41F7-AC82-79899FD46836}" presName="hierChild2" presStyleCnt="0"/>
      <dgm:spPr/>
    </dgm:pt>
  </dgm:ptLst>
  <dgm:cxnLst>
    <dgm:cxn modelId="{2EA2E601-438F-4F39-9C75-9985841942BB}" srcId="{B63D021B-76E0-4D1E-83F3-BC40FB767BE5}" destId="{E206FA76-F95D-43BD-9888-22928D9E4BA3}" srcOrd="1" destOrd="0" parTransId="{A8D0A563-9455-4ADA-A489-ADC16FC00B72}" sibTransId="{DCB94B09-F7B2-4DA1-B78E-BCE5FEDFA78C}"/>
    <dgm:cxn modelId="{7D7DFC11-C9F2-4114-9E5A-7FF3313C80F1}" type="presOf" srcId="{B63D021B-76E0-4D1E-83F3-BC40FB767BE5}" destId="{47AB31D7-14B6-430D-87C2-2B1221189E96}" srcOrd="0" destOrd="0" presId="urn:microsoft.com/office/officeart/2005/8/layout/hierarchy1"/>
    <dgm:cxn modelId="{EC666C5F-0A00-46E8-8E0F-B1FD54C7C587}" srcId="{B63D021B-76E0-4D1E-83F3-BC40FB767BE5}" destId="{9472C8C5-4D82-4569-9B39-3A2D0AEF74BA}" srcOrd="0" destOrd="0" parTransId="{E6628607-6468-40CC-B0B5-4A3C8FDD6699}" sibTransId="{4828492D-50DE-4FE4-AAAD-EF91337C7F76}"/>
    <dgm:cxn modelId="{AEA36B68-C97C-4BBC-949A-752926BA15A9}" type="presOf" srcId="{A8953526-543A-41F7-AC82-79899FD46836}" destId="{28FDF54A-CF08-468B-9714-DB1888B2ED36}" srcOrd="0" destOrd="0" presId="urn:microsoft.com/office/officeart/2005/8/layout/hierarchy1"/>
    <dgm:cxn modelId="{5DE91785-6CE5-4D27-BDE1-8B8D1EC3C0E4}" type="presOf" srcId="{9472C8C5-4D82-4569-9B39-3A2D0AEF74BA}" destId="{07F1F177-1659-4623-BADB-2163DA8E1B3B}" srcOrd="0" destOrd="0" presId="urn:microsoft.com/office/officeart/2005/8/layout/hierarchy1"/>
    <dgm:cxn modelId="{FDF991A3-4982-432A-961F-E36ACB641C2C}" srcId="{B63D021B-76E0-4D1E-83F3-BC40FB767BE5}" destId="{A8953526-543A-41F7-AC82-79899FD46836}" srcOrd="2" destOrd="0" parTransId="{77FD4939-7651-4801-9A9C-5F50122643A7}" sibTransId="{3C896B16-E043-4483-8B10-53214F9EFDE2}"/>
    <dgm:cxn modelId="{A1D7B3B9-7F26-411E-A278-65B9AD37A6E1}" type="presOf" srcId="{E206FA76-F95D-43BD-9888-22928D9E4BA3}" destId="{BC7E6864-43AB-4922-B4AB-2CAE5DDB4C4B}" srcOrd="0" destOrd="0" presId="urn:microsoft.com/office/officeart/2005/8/layout/hierarchy1"/>
    <dgm:cxn modelId="{7363F095-F364-437C-A447-97284E8C2AD7}" type="presParOf" srcId="{47AB31D7-14B6-430D-87C2-2B1221189E96}" destId="{87CE3B5D-6217-40AC-8239-F853FA6F520B}" srcOrd="0" destOrd="0" presId="urn:microsoft.com/office/officeart/2005/8/layout/hierarchy1"/>
    <dgm:cxn modelId="{9BCD141F-E750-4C64-89C8-C41E711F06AC}" type="presParOf" srcId="{87CE3B5D-6217-40AC-8239-F853FA6F520B}" destId="{44747231-A590-4509-9DA4-12E90E271775}" srcOrd="0" destOrd="0" presId="urn:microsoft.com/office/officeart/2005/8/layout/hierarchy1"/>
    <dgm:cxn modelId="{8BD30E1E-C5F5-4592-BE05-D3F0FAF6F788}" type="presParOf" srcId="{44747231-A590-4509-9DA4-12E90E271775}" destId="{490EC40F-F46D-49C9-8ECF-62F5D4707B75}" srcOrd="0" destOrd="0" presId="urn:microsoft.com/office/officeart/2005/8/layout/hierarchy1"/>
    <dgm:cxn modelId="{16DFE07D-1C7F-4421-B888-CFCFC3E247EA}" type="presParOf" srcId="{44747231-A590-4509-9DA4-12E90E271775}" destId="{07F1F177-1659-4623-BADB-2163DA8E1B3B}" srcOrd="1" destOrd="0" presId="urn:microsoft.com/office/officeart/2005/8/layout/hierarchy1"/>
    <dgm:cxn modelId="{50D3B1E1-74FD-4F7D-931A-089BFCFE7F74}" type="presParOf" srcId="{87CE3B5D-6217-40AC-8239-F853FA6F520B}" destId="{55EEE231-7F58-4861-8C6E-C7F5897363E4}" srcOrd="1" destOrd="0" presId="urn:microsoft.com/office/officeart/2005/8/layout/hierarchy1"/>
    <dgm:cxn modelId="{8FD70E7B-039D-4AFC-925C-4FCDA867F8D1}" type="presParOf" srcId="{47AB31D7-14B6-430D-87C2-2B1221189E96}" destId="{739653D7-5265-454F-B288-BA64F84A3CF0}" srcOrd="1" destOrd="0" presId="urn:microsoft.com/office/officeart/2005/8/layout/hierarchy1"/>
    <dgm:cxn modelId="{9965D5A9-44FA-40A2-A572-A92296D2A645}" type="presParOf" srcId="{739653D7-5265-454F-B288-BA64F84A3CF0}" destId="{39D4E854-CE71-4E8B-8A33-1EBF43064BD9}" srcOrd="0" destOrd="0" presId="urn:microsoft.com/office/officeart/2005/8/layout/hierarchy1"/>
    <dgm:cxn modelId="{02836FD9-CA39-4D0D-84D6-2611F7DE0970}" type="presParOf" srcId="{39D4E854-CE71-4E8B-8A33-1EBF43064BD9}" destId="{6CAFDD54-DF67-4224-9E0B-01C2E948F8D6}" srcOrd="0" destOrd="0" presId="urn:microsoft.com/office/officeart/2005/8/layout/hierarchy1"/>
    <dgm:cxn modelId="{EFF7E7B6-10A7-4C1F-817B-D2C75E22E31A}" type="presParOf" srcId="{39D4E854-CE71-4E8B-8A33-1EBF43064BD9}" destId="{BC7E6864-43AB-4922-B4AB-2CAE5DDB4C4B}" srcOrd="1" destOrd="0" presId="urn:microsoft.com/office/officeart/2005/8/layout/hierarchy1"/>
    <dgm:cxn modelId="{4D8187EA-4DE4-4EBB-8CCE-7BD523CB6B16}" type="presParOf" srcId="{739653D7-5265-454F-B288-BA64F84A3CF0}" destId="{6B65CE03-0436-4ABC-8416-DB9DC537AC0C}" srcOrd="1" destOrd="0" presId="urn:microsoft.com/office/officeart/2005/8/layout/hierarchy1"/>
    <dgm:cxn modelId="{0A6114E7-4FE4-4714-9BC9-508387F5E9E5}" type="presParOf" srcId="{47AB31D7-14B6-430D-87C2-2B1221189E96}" destId="{0DDF8807-1843-4B0D-8F19-BD91BAB83BEA}" srcOrd="2" destOrd="0" presId="urn:microsoft.com/office/officeart/2005/8/layout/hierarchy1"/>
    <dgm:cxn modelId="{D572FFFC-13C2-4A26-B123-C7BFD0BA19D7}" type="presParOf" srcId="{0DDF8807-1843-4B0D-8F19-BD91BAB83BEA}" destId="{106267C8-215A-4B88-9C6B-5F3CD827AFDA}" srcOrd="0" destOrd="0" presId="urn:microsoft.com/office/officeart/2005/8/layout/hierarchy1"/>
    <dgm:cxn modelId="{A8D13AA3-2B83-4B34-A765-3CD68B8B15B3}" type="presParOf" srcId="{106267C8-215A-4B88-9C6B-5F3CD827AFDA}" destId="{EAA943AA-4811-4B0A-B058-0F510A7A21E2}" srcOrd="0" destOrd="0" presId="urn:microsoft.com/office/officeart/2005/8/layout/hierarchy1"/>
    <dgm:cxn modelId="{0CB95C38-CA51-4ABC-A1F3-ED5A974A0AEA}" type="presParOf" srcId="{106267C8-215A-4B88-9C6B-5F3CD827AFDA}" destId="{28FDF54A-CF08-468B-9714-DB1888B2ED36}" srcOrd="1" destOrd="0" presId="urn:microsoft.com/office/officeart/2005/8/layout/hierarchy1"/>
    <dgm:cxn modelId="{B13BD1F2-6AE2-4E74-ADBF-AD071A11FE7C}" type="presParOf" srcId="{0DDF8807-1843-4B0D-8F19-BD91BAB83BEA}" destId="{3BA4CB25-C6BA-4EB8-B6FA-CF01CD48D24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0A4262-8881-4715-81DA-25B7EABDAD09}"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C667BD7C-14D8-46AC-86C0-2C0259EBE17E}">
      <dgm:prSet/>
      <dgm:spPr/>
      <dgm:t>
        <a:bodyPr/>
        <a:lstStyle/>
        <a:p>
          <a:r>
            <a:rPr lang="en-US"/>
            <a:t>Involves computer recognition of personal identity based on geometric or statistical features derived from face images.</a:t>
          </a:r>
        </a:p>
      </dgm:t>
    </dgm:pt>
    <dgm:pt modelId="{45691FC8-6574-464A-861D-3208D2B6C14B}" type="parTrans" cxnId="{A84CF544-5088-4543-A556-66867B8CAAF9}">
      <dgm:prSet/>
      <dgm:spPr/>
      <dgm:t>
        <a:bodyPr/>
        <a:lstStyle/>
        <a:p>
          <a:endParaRPr lang="en-US"/>
        </a:p>
      </dgm:t>
    </dgm:pt>
    <dgm:pt modelId="{FBA3FED3-E426-47F2-A289-749CFE835F84}" type="sibTrans" cxnId="{A84CF544-5088-4543-A556-66867B8CAAF9}">
      <dgm:prSet/>
      <dgm:spPr/>
      <dgm:t>
        <a:bodyPr/>
        <a:lstStyle/>
        <a:p>
          <a:endParaRPr lang="en-US"/>
        </a:p>
      </dgm:t>
    </dgm:pt>
    <dgm:pt modelId="{DD8289FE-1792-4D72-86A1-2D167FC2AE46}">
      <dgm:prSet/>
      <dgm:spPr/>
      <dgm:t>
        <a:bodyPr/>
        <a:lstStyle/>
        <a:p>
          <a:r>
            <a:rPr lang="en-US"/>
            <a:t>Widely used in commercial, law enforcement &amp; military applications, such as airport security &amp; access control, building (i.e., embassies) surveillance &amp; monitoring, etc.</a:t>
          </a:r>
        </a:p>
      </dgm:t>
    </dgm:pt>
    <dgm:pt modelId="{ADA28BE7-8473-40A0-A094-67FAD2DE914E}" type="parTrans" cxnId="{2E6188E8-8839-4665-8C0D-1489CFA7EB3B}">
      <dgm:prSet/>
      <dgm:spPr/>
      <dgm:t>
        <a:bodyPr/>
        <a:lstStyle/>
        <a:p>
          <a:endParaRPr lang="en-US"/>
        </a:p>
      </dgm:t>
    </dgm:pt>
    <dgm:pt modelId="{633CED39-D4EB-47F8-8072-046ECA978DBA}" type="sibTrans" cxnId="{2E6188E8-8839-4665-8C0D-1489CFA7EB3B}">
      <dgm:prSet/>
      <dgm:spPr/>
      <dgm:t>
        <a:bodyPr/>
        <a:lstStyle/>
        <a:p>
          <a:endParaRPr lang="en-US"/>
        </a:p>
      </dgm:t>
    </dgm:pt>
    <dgm:pt modelId="{D98DA578-92C1-4915-87AF-550A308612BD}" type="pres">
      <dgm:prSet presAssocID="{3D0A4262-8881-4715-81DA-25B7EABDAD09}" presName="hierChild1" presStyleCnt="0">
        <dgm:presLayoutVars>
          <dgm:chPref val="1"/>
          <dgm:dir/>
          <dgm:animOne val="branch"/>
          <dgm:animLvl val="lvl"/>
          <dgm:resizeHandles/>
        </dgm:presLayoutVars>
      </dgm:prSet>
      <dgm:spPr/>
    </dgm:pt>
    <dgm:pt modelId="{9478367B-79B3-4B7C-995A-DEE8252A11EB}" type="pres">
      <dgm:prSet presAssocID="{C667BD7C-14D8-46AC-86C0-2C0259EBE17E}" presName="hierRoot1" presStyleCnt="0"/>
      <dgm:spPr/>
    </dgm:pt>
    <dgm:pt modelId="{09597407-4ADC-4D74-B12B-0C1D6D1165D6}" type="pres">
      <dgm:prSet presAssocID="{C667BD7C-14D8-46AC-86C0-2C0259EBE17E}" presName="composite" presStyleCnt="0"/>
      <dgm:spPr/>
    </dgm:pt>
    <dgm:pt modelId="{12A9CDF1-028E-4A64-B768-DEBFA9E7630B}" type="pres">
      <dgm:prSet presAssocID="{C667BD7C-14D8-46AC-86C0-2C0259EBE17E}" presName="background" presStyleLbl="node0" presStyleIdx="0" presStyleCnt="2"/>
      <dgm:spPr/>
    </dgm:pt>
    <dgm:pt modelId="{159294E1-60FE-4825-B101-1CE8D94FD8F0}" type="pres">
      <dgm:prSet presAssocID="{C667BD7C-14D8-46AC-86C0-2C0259EBE17E}" presName="text" presStyleLbl="fgAcc0" presStyleIdx="0" presStyleCnt="2">
        <dgm:presLayoutVars>
          <dgm:chPref val="3"/>
        </dgm:presLayoutVars>
      </dgm:prSet>
      <dgm:spPr/>
    </dgm:pt>
    <dgm:pt modelId="{4D72575E-C486-4852-B1EE-737F8F377C06}" type="pres">
      <dgm:prSet presAssocID="{C667BD7C-14D8-46AC-86C0-2C0259EBE17E}" presName="hierChild2" presStyleCnt="0"/>
      <dgm:spPr/>
    </dgm:pt>
    <dgm:pt modelId="{279E7584-642C-4029-8C26-A2A4FC401CA7}" type="pres">
      <dgm:prSet presAssocID="{DD8289FE-1792-4D72-86A1-2D167FC2AE46}" presName="hierRoot1" presStyleCnt="0"/>
      <dgm:spPr/>
    </dgm:pt>
    <dgm:pt modelId="{C9B150E8-D78C-4CB0-9D3A-18449EDFAC8C}" type="pres">
      <dgm:prSet presAssocID="{DD8289FE-1792-4D72-86A1-2D167FC2AE46}" presName="composite" presStyleCnt="0"/>
      <dgm:spPr/>
    </dgm:pt>
    <dgm:pt modelId="{0704F69B-F4AB-47C4-A26E-E18BB0555B05}" type="pres">
      <dgm:prSet presAssocID="{DD8289FE-1792-4D72-86A1-2D167FC2AE46}" presName="background" presStyleLbl="node0" presStyleIdx="1" presStyleCnt="2"/>
      <dgm:spPr/>
    </dgm:pt>
    <dgm:pt modelId="{5477C870-CFC9-469A-9B68-FD886A2EE784}" type="pres">
      <dgm:prSet presAssocID="{DD8289FE-1792-4D72-86A1-2D167FC2AE46}" presName="text" presStyleLbl="fgAcc0" presStyleIdx="1" presStyleCnt="2">
        <dgm:presLayoutVars>
          <dgm:chPref val="3"/>
        </dgm:presLayoutVars>
      </dgm:prSet>
      <dgm:spPr/>
    </dgm:pt>
    <dgm:pt modelId="{F873756A-556B-4843-8500-D2E008A663EF}" type="pres">
      <dgm:prSet presAssocID="{DD8289FE-1792-4D72-86A1-2D167FC2AE46}" presName="hierChild2" presStyleCnt="0"/>
      <dgm:spPr/>
    </dgm:pt>
  </dgm:ptLst>
  <dgm:cxnLst>
    <dgm:cxn modelId="{11E02A0E-2269-469C-84EC-77A5C84126A3}" type="presOf" srcId="{DD8289FE-1792-4D72-86A1-2D167FC2AE46}" destId="{5477C870-CFC9-469A-9B68-FD886A2EE784}" srcOrd="0" destOrd="0" presId="urn:microsoft.com/office/officeart/2005/8/layout/hierarchy1"/>
    <dgm:cxn modelId="{A84CF544-5088-4543-A556-66867B8CAAF9}" srcId="{3D0A4262-8881-4715-81DA-25B7EABDAD09}" destId="{C667BD7C-14D8-46AC-86C0-2C0259EBE17E}" srcOrd="0" destOrd="0" parTransId="{45691FC8-6574-464A-861D-3208D2B6C14B}" sibTransId="{FBA3FED3-E426-47F2-A289-749CFE835F84}"/>
    <dgm:cxn modelId="{B3C26EA7-03A6-448F-B10C-906A2D91122D}" type="presOf" srcId="{C667BD7C-14D8-46AC-86C0-2C0259EBE17E}" destId="{159294E1-60FE-4825-B101-1CE8D94FD8F0}" srcOrd="0" destOrd="0" presId="urn:microsoft.com/office/officeart/2005/8/layout/hierarchy1"/>
    <dgm:cxn modelId="{B0E4E7E1-4F3C-4E4E-B7FB-06E1494E64FE}" type="presOf" srcId="{3D0A4262-8881-4715-81DA-25B7EABDAD09}" destId="{D98DA578-92C1-4915-87AF-550A308612BD}" srcOrd="0" destOrd="0" presId="urn:microsoft.com/office/officeart/2005/8/layout/hierarchy1"/>
    <dgm:cxn modelId="{2E6188E8-8839-4665-8C0D-1489CFA7EB3B}" srcId="{3D0A4262-8881-4715-81DA-25B7EABDAD09}" destId="{DD8289FE-1792-4D72-86A1-2D167FC2AE46}" srcOrd="1" destOrd="0" parTransId="{ADA28BE7-8473-40A0-A094-67FAD2DE914E}" sibTransId="{633CED39-D4EB-47F8-8072-046ECA978DBA}"/>
    <dgm:cxn modelId="{E4A53338-5B20-4D43-8732-BE77EDA0EB38}" type="presParOf" srcId="{D98DA578-92C1-4915-87AF-550A308612BD}" destId="{9478367B-79B3-4B7C-995A-DEE8252A11EB}" srcOrd="0" destOrd="0" presId="urn:microsoft.com/office/officeart/2005/8/layout/hierarchy1"/>
    <dgm:cxn modelId="{17AF5B68-1591-4A2B-BC00-F0B99868845A}" type="presParOf" srcId="{9478367B-79B3-4B7C-995A-DEE8252A11EB}" destId="{09597407-4ADC-4D74-B12B-0C1D6D1165D6}" srcOrd="0" destOrd="0" presId="urn:microsoft.com/office/officeart/2005/8/layout/hierarchy1"/>
    <dgm:cxn modelId="{419C45C4-76A8-4612-B3A0-200B6EDEC413}" type="presParOf" srcId="{09597407-4ADC-4D74-B12B-0C1D6D1165D6}" destId="{12A9CDF1-028E-4A64-B768-DEBFA9E7630B}" srcOrd="0" destOrd="0" presId="urn:microsoft.com/office/officeart/2005/8/layout/hierarchy1"/>
    <dgm:cxn modelId="{0D638CAB-EA5E-4434-87F6-B9C62F4AC90E}" type="presParOf" srcId="{09597407-4ADC-4D74-B12B-0C1D6D1165D6}" destId="{159294E1-60FE-4825-B101-1CE8D94FD8F0}" srcOrd="1" destOrd="0" presId="urn:microsoft.com/office/officeart/2005/8/layout/hierarchy1"/>
    <dgm:cxn modelId="{EC9A9E87-2120-4C3A-92AB-CEFD53DB4C0F}" type="presParOf" srcId="{9478367B-79B3-4B7C-995A-DEE8252A11EB}" destId="{4D72575E-C486-4852-B1EE-737F8F377C06}" srcOrd="1" destOrd="0" presId="urn:microsoft.com/office/officeart/2005/8/layout/hierarchy1"/>
    <dgm:cxn modelId="{F8F73087-3DB2-449A-B499-3624BE831BC6}" type="presParOf" srcId="{D98DA578-92C1-4915-87AF-550A308612BD}" destId="{279E7584-642C-4029-8C26-A2A4FC401CA7}" srcOrd="1" destOrd="0" presId="urn:microsoft.com/office/officeart/2005/8/layout/hierarchy1"/>
    <dgm:cxn modelId="{0182D2E8-6829-4301-89C0-E2DD9C856F33}" type="presParOf" srcId="{279E7584-642C-4029-8C26-A2A4FC401CA7}" destId="{C9B150E8-D78C-4CB0-9D3A-18449EDFAC8C}" srcOrd="0" destOrd="0" presId="urn:microsoft.com/office/officeart/2005/8/layout/hierarchy1"/>
    <dgm:cxn modelId="{A6FB1C28-7953-4ADC-9C72-F02E2524BA26}" type="presParOf" srcId="{C9B150E8-D78C-4CB0-9D3A-18449EDFAC8C}" destId="{0704F69B-F4AB-47C4-A26E-E18BB0555B05}" srcOrd="0" destOrd="0" presId="urn:microsoft.com/office/officeart/2005/8/layout/hierarchy1"/>
    <dgm:cxn modelId="{27B1F2F6-748B-4B1E-B13B-4C1A04A492D4}" type="presParOf" srcId="{C9B150E8-D78C-4CB0-9D3A-18449EDFAC8C}" destId="{5477C870-CFC9-469A-9B68-FD886A2EE784}" srcOrd="1" destOrd="0" presId="urn:microsoft.com/office/officeart/2005/8/layout/hierarchy1"/>
    <dgm:cxn modelId="{E68C6B17-105C-4C08-BA83-166AD816397B}" type="presParOf" srcId="{279E7584-642C-4029-8C26-A2A4FC401CA7}" destId="{F873756A-556B-4843-8500-D2E008A663EF}"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0B978C-C771-43A0-910A-93643B641E5F}">
      <dsp:nvSpPr>
        <dsp:cNvPr id="0" name=""/>
        <dsp:cNvSpPr/>
      </dsp:nvSpPr>
      <dsp:spPr>
        <a:xfrm>
          <a:off x="0" y="420"/>
          <a:ext cx="6799262" cy="9840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1B91D1-699C-41D3-B1D1-F53514A3ED10}">
      <dsp:nvSpPr>
        <dsp:cNvPr id="0" name=""/>
        <dsp:cNvSpPr/>
      </dsp:nvSpPr>
      <dsp:spPr>
        <a:xfrm>
          <a:off x="297662" y="221822"/>
          <a:ext cx="541205" cy="5412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5DB7D9-1AC5-4213-9DB7-5B079BB50591}">
      <dsp:nvSpPr>
        <dsp:cNvPr id="0" name=""/>
        <dsp:cNvSpPr/>
      </dsp:nvSpPr>
      <dsp:spPr>
        <a:xfrm>
          <a:off x="1136531" y="420"/>
          <a:ext cx="5662730" cy="9840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141" tIns="104141" rIns="104141" bIns="104141" numCol="1" spcCol="1270" anchor="ctr" anchorCtr="0">
          <a:noAutofit/>
        </a:bodyPr>
        <a:lstStyle/>
        <a:p>
          <a:pPr marL="0" lvl="0" indent="0" algn="l" defTabSz="1111250">
            <a:lnSpc>
              <a:spcPct val="100000"/>
            </a:lnSpc>
            <a:spcBef>
              <a:spcPct val="0"/>
            </a:spcBef>
            <a:spcAft>
              <a:spcPct val="35000"/>
            </a:spcAft>
            <a:buNone/>
          </a:pPr>
          <a:r>
            <a:rPr lang="en-US" sz="2500" kern="1200"/>
            <a:t>Identify the characteristics of the face technologies</a:t>
          </a:r>
        </a:p>
      </dsp:txBody>
      <dsp:txXfrm>
        <a:off x="1136531" y="420"/>
        <a:ext cx="5662730" cy="984009"/>
      </dsp:txXfrm>
    </dsp:sp>
    <dsp:sp modelId="{ECA38C8C-7830-4FC7-9A2A-6113AF30CAC1}">
      <dsp:nvSpPr>
        <dsp:cNvPr id="0" name=""/>
        <dsp:cNvSpPr/>
      </dsp:nvSpPr>
      <dsp:spPr>
        <a:xfrm>
          <a:off x="0" y="1230432"/>
          <a:ext cx="6799262" cy="9840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82816D-D93E-4319-A2CD-4EEAA850FC25}">
      <dsp:nvSpPr>
        <dsp:cNvPr id="0" name=""/>
        <dsp:cNvSpPr/>
      </dsp:nvSpPr>
      <dsp:spPr>
        <a:xfrm>
          <a:off x="297662" y="1451834"/>
          <a:ext cx="541205" cy="5412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0D7EB2-8148-449A-9245-272A6D2CF59C}">
      <dsp:nvSpPr>
        <dsp:cNvPr id="0" name=""/>
        <dsp:cNvSpPr/>
      </dsp:nvSpPr>
      <dsp:spPr>
        <a:xfrm>
          <a:off x="1136531" y="1230432"/>
          <a:ext cx="5662730" cy="9840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141" tIns="104141" rIns="104141" bIns="104141" numCol="1" spcCol="1270" anchor="ctr" anchorCtr="0">
          <a:noAutofit/>
        </a:bodyPr>
        <a:lstStyle/>
        <a:p>
          <a:pPr marL="0" lvl="0" indent="0" algn="l" defTabSz="1111250">
            <a:lnSpc>
              <a:spcPct val="100000"/>
            </a:lnSpc>
            <a:spcBef>
              <a:spcPct val="0"/>
            </a:spcBef>
            <a:spcAft>
              <a:spcPct val="35000"/>
            </a:spcAft>
            <a:buNone/>
          </a:pPr>
          <a:r>
            <a:rPr lang="en-US" sz="2500" kern="1200"/>
            <a:t>Become familiar with the face recognition methodology</a:t>
          </a:r>
        </a:p>
      </dsp:txBody>
      <dsp:txXfrm>
        <a:off x="1136531" y="1230432"/>
        <a:ext cx="5662730" cy="984009"/>
      </dsp:txXfrm>
    </dsp:sp>
    <dsp:sp modelId="{F3044795-7A5A-45E7-BF6E-66F407D33C51}">
      <dsp:nvSpPr>
        <dsp:cNvPr id="0" name=""/>
        <dsp:cNvSpPr/>
      </dsp:nvSpPr>
      <dsp:spPr>
        <a:xfrm>
          <a:off x="0" y="2460444"/>
          <a:ext cx="6799262" cy="9840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CA4D4A-C55E-4F9A-81C3-9483857B0226}">
      <dsp:nvSpPr>
        <dsp:cNvPr id="0" name=""/>
        <dsp:cNvSpPr/>
      </dsp:nvSpPr>
      <dsp:spPr>
        <a:xfrm>
          <a:off x="297662" y="2681846"/>
          <a:ext cx="541205" cy="54120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3D353E-7BFF-4973-9201-7A9AA1FE57D5}">
      <dsp:nvSpPr>
        <dsp:cNvPr id="0" name=""/>
        <dsp:cNvSpPr/>
      </dsp:nvSpPr>
      <dsp:spPr>
        <a:xfrm>
          <a:off x="1136531" y="2460444"/>
          <a:ext cx="5662730" cy="9840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141" tIns="104141" rIns="104141" bIns="104141" numCol="1" spcCol="1270" anchor="ctr" anchorCtr="0">
          <a:noAutofit/>
        </a:bodyPr>
        <a:lstStyle/>
        <a:p>
          <a:pPr marL="0" lvl="0" indent="0" algn="l" defTabSz="1111250">
            <a:lnSpc>
              <a:spcPct val="100000"/>
            </a:lnSpc>
            <a:spcBef>
              <a:spcPct val="0"/>
            </a:spcBef>
            <a:spcAft>
              <a:spcPct val="35000"/>
            </a:spcAft>
            <a:buNone/>
          </a:pPr>
          <a:r>
            <a:rPr lang="en-US" sz="2500" kern="1200"/>
            <a:t>Look at the advantages and disadvantages of various face recognition algorithms</a:t>
          </a:r>
        </a:p>
      </dsp:txBody>
      <dsp:txXfrm>
        <a:off x="1136531" y="2460444"/>
        <a:ext cx="5662730" cy="9840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0EC40F-F46D-49C9-8ECF-62F5D4707B75}">
      <dsp:nvSpPr>
        <dsp:cNvPr id="0" name=""/>
        <dsp:cNvSpPr/>
      </dsp:nvSpPr>
      <dsp:spPr>
        <a:xfrm>
          <a:off x="0" y="687535"/>
          <a:ext cx="2025252" cy="1286035"/>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7F1F177-1659-4623-BADB-2163DA8E1B3B}">
      <dsp:nvSpPr>
        <dsp:cNvPr id="0" name=""/>
        <dsp:cNvSpPr/>
      </dsp:nvSpPr>
      <dsp:spPr>
        <a:xfrm>
          <a:off x="225028" y="901312"/>
          <a:ext cx="2025252" cy="1286035"/>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Is a “passive” biometric task.</a:t>
          </a:r>
        </a:p>
      </dsp:txBody>
      <dsp:txXfrm>
        <a:off x="262695" y="938979"/>
        <a:ext cx="1949918" cy="1210701"/>
      </dsp:txXfrm>
    </dsp:sp>
    <dsp:sp modelId="{6CAFDD54-DF67-4224-9E0B-01C2E948F8D6}">
      <dsp:nvSpPr>
        <dsp:cNvPr id="0" name=""/>
        <dsp:cNvSpPr/>
      </dsp:nvSpPr>
      <dsp:spPr>
        <a:xfrm>
          <a:off x="2475308" y="687535"/>
          <a:ext cx="2025252" cy="1286035"/>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7E6864-43AB-4922-B4AB-2CAE5DDB4C4B}">
      <dsp:nvSpPr>
        <dsp:cNvPr id="0" name=""/>
        <dsp:cNvSpPr/>
      </dsp:nvSpPr>
      <dsp:spPr>
        <a:xfrm>
          <a:off x="2700336" y="901312"/>
          <a:ext cx="2025252" cy="1286035"/>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Not much people’s cooperation is needed.</a:t>
          </a:r>
        </a:p>
      </dsp:txBody>
      <dsp:txXfrm>
        <a:off x="2738003" y="938979"/>
        <a:ext cx="1949918" cy="1210701"/>
      </dsp:txXfrm>
    </dsp:sp>
    <dsp:sp modelId="{EAA943AA-4811-4B0A-B058-0F510A7A21E2}">
      <dsp:nvSpPr>
        <dsp:cNvPr id="0" name=""/>
        <dsp:cNvSpPr/>
      </dsp:nvSpPr>
      <dsp:spPr>
        <a:xfrm>
          <a:off x="4950616" y="687535"/>
          <a:ext cx="2025252" cy="1286035"/>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FDF54A-CF08-468B-9714-DB1888B2ED36}">
      <dsp:nvSpPr>
        <dsp:cNvPr id="0" name=""/>
        <dsp:cNvSpPr/>
      </dsp:nvSpPr>
      <dsp:spPr>
        <a:xfrm>
          <a:off x="5175644" y="901312"/>
          <a:ext cx="2025252" cy="1286035"/>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Unobtrusive nature – makes it more suitable for wide range surveillance &amp; security applications.</a:t>
          </a:r>
        </a:p>
      </dsp:txBody>
      <dsp:txXfrm>
        <a:off x="5213311" y="938979"/>
        <a:ext cx="1949918" cy="12107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A9CDF1-028E-4A64-B768-DEBFA9E7630B}">
      <dsp:nvSpPr>
        <dsp:cNvPr id="0" name=""/>
        <dsp:cNvSpPr/>
      </dsp:nvSpPr>
      <dsp:spPr>
        <a:xfrm>
          <a:off x="879" y="295006"/>
          <a:ext cx="3085345" cy="195919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9294E1-60FE-4825-B101-1CE8D94FD8F0}">
      <dsp:nvSpPr>
        <dsp:cNvPr id="0" name=""/>
        <dsp:cNvSpPr/>
      </dsp:nvSpPr>
      <dsp:spPr>
        <a:xfrm>
          <a:off x="343695" y="620682"/>
          <a:ext cx="3085345" cy="195919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Involves computer recognition of personal identity based on geometric or statistical features derived from face images.</a:t>
          </a:r>
        </a:p>
      </dsp:txBody>
      <dsp:txXfrm>
        <a:off x="401078" y="678065"/>
        <a:ext cx="2970579" cy="1844428"/>
      </dsp:txXfrm>
    </dsp:sp>
    <dsp:sp modelId="{0704F69B-F4AB-47C4-A26E-E18BB0555B05}">
      <dsp:nvSpPr>
        <dsp:cNvPr id="0" name=""/>
        <dsp:cNvSpPr/>
      </dsp:nvSpPr>
      <dsp:spPr>
        <a:xfrm>
          <a:off x="3771856" y="295006"/>
          <a:ext cx="3085345" cy="195919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477C870-CFC9-469A-9B68-FD886A2EE784}">
      <dsp:nvSpPr>
        <dsp:cNvPr id="0" name=""/>
        <dsp:cNvSpPr/>
      </dsp:nvSpPr>
      <dsp:spPr>
        <a:xfrm>
          <a:off x="4114672" y="620682"/>
          <a:ext cx="3085345" cy="195919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Widely used in commercial, law enforcement &amp; military applications, such as airport security &amp; access control, building (i.e., embassies) surveillance &amp; monitoring, etc.</a:t>
          </a:r>
        </a:p>
      </dsp:txBody>
      <dsp:txXfrm>
        <a:off x="4172055" y="678065"/>
        <a:ext cx="2970579" cy="184442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a:lvl1pPr>
          </a:lstStyle>
          <a:p>
            <a:pPr>
              <a:defRPr/>
            </a:pPr>
            <a:endParaRPr lang="en-US"/>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a:lvl1pPr>
          </a:lstStyle>
          <a:p>
            <a:pPr>
              <a:defRPr/>
            </a:pPr>
            <a:endParaRPr lang="en-US"/>
          </a:p>
        </p:txBody>
      </p:sp>
      <p:sp>
        <p:nvSpPr>
          <p:cNvPr id="174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a:lvl1pPr>
          </a:lstStyle>
          <a:p>
            <a:pPr>
              <a:defRPr/>
            </a:pPr>
            <a:endParaRPr lang="en-US"/>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a:lvl1pPr>
          </a:lstStyle>
          <a:p>
            <a:pPr>
              <a:defRPr/>
            </a:pPr>
            <a:fld id="{ED527E98-BA90-4C77-A740-4CC5A4D312A1}" type="slidenum">
              <a:rPr lang="en-US"/>
              <a:pPr>
                <a:defRPr/>
              </a:pPr>
              <a:t>‹#›</a:t>
            </a:fld>
            <a:endParaRPr lang="en-US"/>
          </a:p>
        </p:txBody>
      </p:sp>
    </p:spTree>
    <p:extLst>
      <p:ext uri="{BB962C8B-B14F-4D97-AF65-F5344CB8AC3E}">
        <p14:creationId xmlns:p14="http://schemas.microsoft.com/office/powerpoint/2010/main" val="6459229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CEE90F7-C08C-4F95-B2E2-2AC049327B82}" type="slidenum">
              <a:rPr lang="en-US" smtClean="0"/>
              <a:pPr>
                <a:spcBef>
                  <a:spcPct val="0"/>
                </a:spcBef>
              </a:pPr>
              <a:t>2</a:t>
            </a:fld>
            <a:endParaRPr lang="en-US"/>
          </a:p>
        </p:txBody>
      </p:sp>
      <p:sp>
        <p:nvSpPr>
          <p:cNvPr id="19459"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9FC8019A-0996-4701-9C3B-DBB114D1A48D}" type="slidenum">
              <a:rPr lang="en-US">
                <a:latin typeface="Times New Roman" panose="02020603050405020304" pitchFamily="18" charset="0"/>
              </a:rPr>
              <a:pPr algn="r" eaLnBrk="1" hangingPunct="1">
                <a:spcBef>
                  <a:spcPct val="0"/>
                </a:spcBef>
              </a:pPr>
              <a:t>2</a:t>
            </a:fld>
            <a:endParaRPr lang="en-US">
              <a:latin typeface="Times New Roman" panose="02020603050405020304" pitchFamily="18" charset="0"/>
            </a:endParaRPr>
          </a:p>
        </p:txBody>
      </p:sp>
      <p:sp>
        <p:nvSpPr>
          <p:cNvPr id="19460" name="Rectangle 2"/>
          <p:cNvSpPr>
            <a:spLocks noGrp="1" noRot="1" noChangeAspect="1" noChangeArrowheads="1" noTextEdit="1"/>
          </p:cNvSpPr>
          <p:nvPr>
            <p:ph type="sldImg"/>
          </p:nvPr>
        </p:nvSpPr>
        <p:spPr>
          <a:ln/>
        </p:spPr>
      </p:sp>
      <p:sp>
        <p:nvSpPr>
          <p:cNvPr id="194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879700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41E07E5-145A-4139-B18B-F6C1B8D3DEB3}" type="slidenum">
              <a:rPr lang="en-US" smtClean="0"/>
              <a:pPr>
                <a:spcBef>
                  <a:spcPct val="0"/>
                </a:spcBef>
              </a:pPr>
              <a:t>3</a:t>
            </a:fld>
            <a:endParaRPr lang="en-U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7756147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1"/>
          <p:cNvGrpSpPr>
            <a:grpSpLocks/>
          </p:cNvGrpSpPr>
          <p:nvPr/>
        </p:nvGrpSpPr>
        <p:grpSpPr bwMode="auto">
          <a:xfrm>
            <a:off x="0" y="0"/>
            <a:ext cx="9144000" cy="6858000"/>
            <a:chOff x="0" y="0"/>
            <a:chExt cx="9144677" cy="6858000"/>
          </a:xfrm>
        </p:grpSpPr>
        <p:pic>
          <p:nvPicPr>
            <p:cNvPr id="5" name="Picture 12" descr="SD-PanelTitle-R1.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7" name="Picture 14" descr="HDRibbonTitle-UniformTrim.png"/>
            <p:cNvPicPr>
              <a:picLocks noChangeAspect="1"/>
            </p:cNvPicPr>
            <p:nvPr/>
          </p:nvPicPr>
          <p:blipFill>
            <a:blip r:embed="rId3">
              <a:extLst>
                <a:ext uri="{28A0092B-C50C-407E-A947-70E740481C1C}">
                  <a14:useLocalDpi xmlns:a14="http://schemas.microsoft.com/office/drawing/2010/main" val="0"/>
                </a:ext>
              </a:extLst>
            </a:blip>
            <a:srcRect l="-2" r="47958"/>
            <a:stretch>
              <a:fillRect/>
            </a:stretch>
          </p:blipFill>
          <p:spPr bwMode="auto">
            <a:xfrm>
              <a:off x="0" y="3128434"/>
              <a:ext cx="1664208" cy="612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5" descr="HDRibbonTitle-UniformTrim.png"/>
            <p:cNvPicPr>
              <a:picLocks noChangeAspect="1"/>
            </p:cNvPicPr>
            <p:nvPr/>
          </p:nvPicPr>
          <p:blipFill>
            <a:blip r:embed="rId3">
              <a:extLst>
                <a:ext uri="{28A0092B-C50C-407E-A947-70E740481C1C}">
                  <a14:useLocalDpi xmlns:a14="http://schemas.microsoft.com/office/drawing/2010/main" val="0"/>
                </a:ext>
              </a:extLst>
            </a:blip>
            <a:srcRect l="-2" r="47958"/>
            <a:stretch>
              <a:fillRect/>
            </a:stretch>
          </p:blipFill>
          <p:spPr bwMode="auto">
            <a:xfrm>
              <a:off x="7480469" y="3128434"/>
              <a:ext cx="1664208" cy="612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9" name="Straight Connector 8"/>
          <p:cNvCxnSpPr/>
          <p:nvPr/>
        </p:nvCxnSpPr>
        <p:spPr>
          <a:xfrm>
            <a:off x="2019300" y="3471863"/>
            <a:ext cx="511333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Date Placeholder 3"/>
          <p:cNvSpPr>
            <a:spLocks noGrp="1"/>
          </p:cNvSpPr>
          <p:nvPr>
            <p:ph type="dt" sz="half" idx="10"/>
          </p:nvPr>
        </p:nvSpPr>
        <p:spPr>
          <a:xfrm>
            <a:off x="6065838" y="5054600"/>
            <a:ext cx="673100" cy="279400"/>
          </a:xfrm>
        </p:spPr>
        <p:txBody>
          <a:bodyPr/>
          <a:lstStyle>
            <a:lvl1pPr>
              <a:defRPr/>
            </a:lvl1pPr>
          </a:lstStyle>
          <a:p>
            <a:pPr>
              <a:defRPr/>
            </a:pPr>
            <a:endParaRPr lang="en-US"/>
          </a:p>
        </p:txBody>
      </p:sp>
      <p:sp>
        <p:nvSpPr>
          <p:cNvPr id="11" name="Footer Placeholder 4"/>
          <p:cNvSpPr>
            <a:spLocks noGrp="1"/>
          </p:cNvSpPr>
          <p:nvPr>
            <p:ph type="ftr" sz="quarter" idx="11"/>
          </p:nvPr>
        </p:nvSpPr>
        <p:spPr>
          <a:xfrm>
            <a:off x="1922463" y="5054600"/>
            <a:ext cx="4064000" cy="279400"/>
          </a:xfrm>
        </p:spPr>
        <p:txBody>
          <a:bodyPr/>
          <a:lstStyle>
            <a:lvl1pPr>
              <a:defRPr/>
            </a:lvl1pPr>
          </a:lstStyle>
          <a:p>
            <a:pPr>
              <a:defRPr/>
            </a:pPr>
            <a:r>
              <a:rPr lang="en-US"/>
              <a:t>Security and Access Control</a:t>
            </a:r>
          </a:p>
        </p:txBody>
      </p:sp>
      <p:sp>
        <p:nvSpPr>
          <p:cNvPr id="12" name="Slide Number Placeholder 5"/>
          <p:cNvSpPr>
            <a:spLocks noGrp="1"/>
          </p:cNvSpPr>
          <p:nvPr>
            <p:ph type="sldNum" sz="quarter" idx="12"/>
          </p:nvPr>
        </p:nvSpPr>
        <p:spPr>
          <a:xfrm>
            <a:off x="6816725" y="5054600"/>
            <a:ext cx="414338" cy="279400"/>
          </a:xfrm>
        </p:spPr>
        <p:txBody>
          <a:bodyPr/>
          <a:lstStyle>
            <a:lvl1pPr>
              <a:defRPr/>
            </a:lvl1pPr>
          </a:lstStyle>
          <a:p>
            <a:pPr>
              <a:defRPr/>
            </a:pPr>
            <a:fld id="{40E1D5BF-C775-486D-9995-3D46F82753C3}" type="slidenum">
              <a:rPr lang="en-US"/>
              <a:pPr>
                <a:defRPr/>
              </a:pPr>
              <a:t>‹#›</a:t>
            </a:fld>
            <a:endParaRPr lang="en-US"/>
          </a:p>
        </p:txBody>
      </p:sp>
    </p:spTree>
    <p:extLst>
      <p:ext uri="{BB962C8B-B14F-4D97-AF65-F5344CB8AC3E}">
        <p14:creationId xmlns:p14="http://schemas.microsoft.com/office/powerpoint/2010/main" val="3163301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p:nvCxnSpPr>
        <p:spPr>
          <a:xfrm>
            <a:off x="1277938" y="2355850"/>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Security and Access Control</a:t>
            </a:r>
          </a:p>
        </p:txBody>
      </p:sp>
      <p:sp>
        <p:nvSpPr>
          <p:cNvPr id="7" name="Slide Number Placeholder 5"/>
          <p:cNvSpPr>
            <a:spLocks noGrp="1"/>
          </p:cNvSpPr>
          <p:nvPr>
            <p:ph type="sldNum" sz="quarter" idx="12"/>
          </p:nvPr>
        </p:nvSpPr>
        <p:spPr/>
        <p:txBody>
          <a:bodyPr/>
          <a:lstStyle>
            <a:lvl1pPr>
              <a:defRPr/>
            </a:lvl1pPr>
          </a:lstStyle>
          <a:p>
            <a:pPr>
              <a:defRPr/>
            </a:pPr>
            <a:fld id="{952B3FB2-C59D-49B3-BFFA-F3B452A42528}" type="slidenum">
              <a:rPr lang="en-US"/>
              <a:pPr>
                <a:defRPr/>
              </a:pPr>
              <a:t>‹#›</a:t>
            </a:fld>
            <a:endParaRPr lang="en-US"/>
          </a:p>
        </p:txBody>
      </p:sp>
    </p:spTree>
    <p:extLst>
      <p:ext uri="{BB962C8B-B14F-4D97-AF65-F5344CB8AC3E}">
        <p14:creationId xmlns:p14="http://schemas.microsoft.com/office/powerpoint/2010/main" val="2856248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p:cNvCxnSpPr/>
          <p:nvPr/>
        </p:nvCxnSpPr>
        <p:spPr>
          <a:xfrm>
            <a:off x="1277938" y="3598863"/>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Security and Access Control</a:t>
            </a:r>
          </a:p>
        </p:txBody>
      </p:sp>
      <p:sp>
        <p:nvSpPr>
          <p:cNvPr id="7" name="Slide Number Placeholder 5"/>
          <p:cNvSpPr>
            <a:spLocks noGrp="1"/>
          </p:cNvSpPr>
          <p:nvPr>
            <p:ph type="sldNum" sz="quarter" idx="12"/>
          </p:nvPr>
        </p:nvSpPr>
        <p:spPr/>
        <p:txBody>
          <a:bodyPr/>
          <a:lstStyle>
            <a:lvl1pPr>
              <a:defRPr/>
            </a:lvl1pPr>
          </a:lstStyle>
          <a:p>
            <a:pPr>
              <a:defRPr/>
            </a:pPr>
            <a:fld id="{6E25B40E-7A4D-4C06-9BF4-119ED3B5167B}" type="slidenum">
              <a:rPr lang="en-US"/>
              <a:pPr>
                <a:defRPr/>
              </a:pPr>
              <a:t>‹#›</a:t>
            </a:fld>
            <a:endParaRPr lang="en-US"/>
          </a:p>
        </p:txBody>
      </p:sp>
    </p:spTree>
    <p:extLst>
      <p:ext uri="{BB962C8B-B14F-4D97-AF65-F5344CB8AC3E}">
        <p14:creationId xmlns:p14="http://schemas.microsoft.com/office/powerpoint/2010/main" val="130024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p:nvCxnSpPr>
        <p:spPr>
          <a:xfrm>
            <a:off x="1277938" y="2355850"/>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r>
              <a:rPr lang="en-US"/>
              <a:t>Security and Access Control</a:t>
            </a:r>
          </a:p>
        </p:txBody>
      </p:sp>
      <p:sp>
        <p:nvSpPr>
          <p:cNvPr id="8" name="Slide Number Placeholder 6"/>
          <p:cNvSpPr>
            <a:spLocks noGrp="1"/>
          </p:cNvSpPr>
          <p:nvPr>
            <p:ph type="sldNum" sz="quarter" idx="12"/>
          </p:nvPr>
        </p:nvSpPr>
        <p:spPr/>
        <p:txBody>
          <a:bodyPr/>
          <a:lstStyle>
            <a:lvl1pPr>
              <a:defRPr/>
            </a:lvl1pPr>
          </a:lstStyle>
          <a:p>
            <a:pPr>
              <a:defRPr/>
            </a:pPr>
            <a:fld id="{92BC7560-F36C-4125-B8E8-6F51F21BAFE7}" type="slidenum">
              <a:rPr lang="en-US"/>
              <a:pPr>
                <a:defRPr/>
              </a:pPr>
              <a:t>‹#›</a:t>
            </a:fld>
            <a:endParaRPr lang="en-US"/>
          </a:p>
        </p:txBody>
      </p:sp>
    </p:spTree>
    <p:extLst>
      <p:ext uri="{BB962C8B-B14F-4D97-AF65-F5344CB8AC3E}">
        <p14:creationId xmlns:p14="http://schemas.microsoft.com/office/powerpoint/2010/main" val="1323349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p:nvCxnSpPr>
        <p:spPr>
          <a:xfrm>
            <a:off x="1277938" y="2354263"/>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6"/>
          <p:cNvSpPr>
            <a:spLocks noGrp="1"/>
          </p:cNvSpPr>
          <p:nvPr>
            <p:ph type="dt" sz="half" idx="10"/>
          </p:nvPr>
        </p:nvSpPr>
        <p:spPr/>
        <p:txBody>
          <a:bodyPr/>
          <a:lstStyle>
            <a:lvl1pPr>
              <a:defRPr/>
            </a:lvl1pPr>
          </a:lstStyle>
          <a:p>
            <a:pPr>
              <a:defRPr/>
            </a:pPr>
            <a:endParaRPr lang="en-US"/>
          </a:p>
        </p:txBody>
      </p:sp>
      <p:sp>
        <p:nvSpPr>
          <p:cNvPr id="9" name="Footer Placeholder 7"/>
          <p:cNvSpPr>
            <a:spLocks noGrp="1"/>
          </p:cNvSpPr>
          <p:nvPr>
            <p:ph type="ftr" sz="quarter" idx="11"/>
          </p:nvPr>
        </p:nvSpPr>
        <p:spPr/>
        <p:txBody>
          <a:bodyPr/>
          <a:lstStyle>
            <a:lvl1pPr>
              <a:defRPr/>
            </a:lvl1pPr>
          </a:lstStyle>
          <a:p>
            <a:pPr>
              <a:defRPr/>
            </a:pPr>
            <a:r>
              <a:rPr lang="en-US"/>
              <a:t>Security and Access Control</a:t>
            </a:r>
          </a:p>
        </p:txBody>
      </p:sp>
      <p:sp>
        <p:nvSpPr>
          <p:cNvPr id="10" name="Slide Number Placeholder 8"/>
          <p:cNvSpPr>
            <a:spLocks noGrp="1"/>
          </p:cNvSpPr>
          <p:nvPr>
            <p:ph type="sldNum" sz="quarter" idx="12"/>
          </p:nvPr>
        </p:nvSpPr>
        <p:spPr/>
        <p:txBody>
          <a:bodyPr/>
          <a:lstStyle>
            <a:lvl1pPr>
              <a:defRPr/>
            </a:lvl1pPr>
          </a:lstStyle>
          <a:p>
            <a:pPr>
              <a:defRPr/>
            </a:pPr>
            <a:fld id="{073203C2-87B2-4FC3-90F0-FD465BAC0085}" type="slidenum">
              <a:rPr lang="en-US"/>
              <a:pPr>
                <a:defRPr/>
              </a:pPr>
              <a:t>‹#›</a:t>
            </a:fld>
            <a:endParaRPr lang="en-US"/>
          </a:p>
        </p:txBody>
      </p:sp>
    </p:spTree>
    <p:extLst>
      <p:ext uri="{BB962C8B-B14F-4D97-AF65-F5344CB8AC3E}">
        <p14:creationId xmlns:p14="http://schemas.microsoft.com/office/powerpoint/2010/main" val="2899468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p:nvCxnSpPr>
        <p:spPr>
          <a:xfrm>
            <a:off x="1277938" y="2354263"/>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4" name="Date Placeholder 2"/>
          <p:cNvSpPr>
            <a:spLocks noGrp="1"/>
          </p:cNvSpPr>
          <p:nvPr>
            <p:ph type="dt" sz="half" idx="10"/>
          </p:nvPr>
        </p:nvSpPr>
        <p:spPr/>
        <p:txBody>
          <a:bodyPr/>
          <a:lstStyle>
            <a:lvl1pPr>
              <a:defRPr/>
            </a:lvl1pPr>
          </a:lstStyle>
          <a:p>
            <a:pPr>
              <a:defRPr/>
            </a:pPr>
            <a:endParaRPr lang="en-US"/>
          </a:p>
        </p:txBody>
      </p:sp>
      <p:sp>
        <p:nvSpPr>
          <p:cNvPr id="5" name="Footer Placeholder 3"/>
          <p:cNvSpPr>
            <a:spLocks noGrp="1"/>
          </p:cNvSpPr>
          <p:nvPr>
            <p:ph type="ftr" sz="quarter" idx="11"/>
          </p:nvPr>
        </p:nvSpPr>
        <p:spPr/>
        <p:txBody>
          <a:bodyPr/>
          <a:lstStyle>
            <a:lvl1pPr>
              <a:defRPr/>
            </a:lvl1pPr>
          </a:lstStyle>
          <a:p>
            <a:pPr>
              <a:defRPr/>
            </a:pPr>
            <a:r>
              <a:rPr lang="en-US"/>
              <a:t>Security and Access Control</a:t>
            </a:r>
          </a:p>
        </p:txBody>
      </p:sp>
      <p:sp>
        <p:nvSpPr>
          <p:cNvPr id="6" name="Slide Number Placeholder 4"/>
          <p:cNvSpPr>
            <a:spLocks noGrp="1"/>
          </p:cNvSpPr>
          <p:nvPr>
            <p:ph type="sldNum" sz="quarter" idx="12"/>
          </p:nvPr>
        </p:nvSpPr>
        <p:spPr/>
        <p:txBody>
          <a:bodyPr/>
          <a:lstStyle>
            <a:lvl1pPr>
              <a:defRPr/>
            </a:lvl1pPr>
          </a:lstStyle>
          <a:p>
            <a:pPr>
              <a:defRPr/>
            </a:pPr>
            <a:fld id="{404CCACE-B8A6-4446-8AA1-F0D05FF20C63}" type="slidenum">
              <a:rPr lang="en-US"/>
              <a:pPr>
                <a:defRPr/>
              </a:pPr>
              <a:t>‹#›</a:t>
            </a:fld>
            <a:endParaRPr lang="en-US"/>
          </a:p>
        </p:txBody>
      </p:sp>
    </p:spTree>
    <p:extLst>
      <p:ext uri="{BB962C8B-B14F-4D97-AF65-F5344CB8AC3E}">
        <p14:creationId xmlns:p14="http://schemas.microsoft.com/office/powerpoint/2010/main" val="2105306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r>
              <a:rPr lang="en-US"/>
              <a:t>Security and Access Control</a:t>
            </a:r>
          </a:p>
        </p:txBody>
      </p:sp>
      <p:sp>
        <p:nvSpPr>
          <p:cNvPr id="4" name="Slide Number Placeholder 5"/>
          <p:cNvSpPr>
            <a:spLocks noGrp="1"/>
          </p:cNvSpPr>
          <p:nvPr>
            <p:ph type="sldNum" sz="quarter" idx="12"/>
          </p:nvPr>
        </p:nvSpPr>
        <p:spPr/>
        <p:txBody>
          <a:bodyPr/>
          <a:lstStyle>
            <a:lvl1pPr>
              <a:defRPr/>
            </a:lvl1pPr>
          </a:lstStyle>
          <a:p>
            <a:pPr>
              <a:defRPr/>
            </a:pPr>
            <a:fld id="{04E26535-8E7F-4DCC-B903-BED3B653114C}" type="slidenum">
              <a:rPr lang="en-US"/>
              <a:pPr>
                <a:defRPr/>
              </a:pPr>
              <a:t>‹#›</a:t>
            </a:fld>
            <a:endParaRPr lang="en-US"/>
          </a:p>
        </p:txBody>
      </p:sp>
    </p:spTree>
    <p:extLst>
      <p:ext uri="{BB962C8B-B14F-4D97-AF65-F5344CB8AC3E}">
        <p14:creationId xmlns:p14="http://schemas.microsoft.com/office/powerpoint/2010/main" val="1829162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p:cNvCxnSpPr/>
          <p:nvPr/>
        </p:nvCxnSpPr>
        <p:spPr>
          <a:xfrm>
            <a:off x="1277938" y="2913063"/>
            <a:ext cx="233362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r>
              <a:rPr lang="en-US"/>
              <a:t>Security and Access Control</a:t>
            </a:r>
          </a:p>
        </p:txBody>
      </p:sp>
      <p:sp>
        <p:nvSpPr>
          <p:cNvPr id="8" name="Slide Number Placeholder 6"/>
          <p:cNvSpPr>
            <a:spLocks noGrp="1"/>
          </p:cNvSpPr>
          <p:nvPr>
            <p:ph type="sldNum" sz="quarter" idx="12"/>
          </p:nvPr>
        </p:nvSpPr>
        <p:spPr/>
        <p:txBody>
          <a:bodyPr/>
          <a:lstStyle>
            <a:lvl1pPr>
              <a:defRPr/>
            </a:lvl1pPr>
          </a:lstStyle>
          <a:p>
            <a:pPr>
              <a:defRPr/>
            </a:pPr>
            <a:fld id="{088C33CE-DE98-4B1A-9B68-A28D6329BA90}" type="slidenum">
              <a:rPr lang="en-US"/>
              <a:pPr>
                <a:defRPr/>
              </a:pPr>
              <a:t>‹#›</a:t>
            </a:fld>
            <a:endParaRPr lang="en-US"/>
          </a:p>
        </p:txBody>
      </p:sp>
    </p:spTree>
    <p:extLst>
      <p:ext uri="{BB962C8B-B14F-4D97-AF65-F5344CB8AC3E}">
        <p14:creationId xmlns:p14="http://schemas.microsoft.com/office/powerpoint/2010/main" val="2161290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176865" y="3255432"/>
            <a:ext cx="363220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Security and Access Control</a:t>
            </a:r>
          </a:p>
        </p:txBody>
      </p:sp>
      <p:sp>
        <p:nvSpPr>
          <p:cNvPr id="7" name="Slide Number Placeholder 5"/>
          <p:cNvSpPr>
            <a:spLocks noGrp="1"/>
          </p:cNvSpPr>
          <p:nvPr>
            <p:ph type="sldNum" sz="quarter" idx="12"/>
          </p:nvPr>
        </p:nvSpPr>
        <p:spPr/>
        <p:txBody>
          <a:bodyPr/>
          <a:lstStyle>
            <a:lvl1pPr>
              <a:defRPr/>
            </a:lvl1pPr>
          </a:lstStyle>
          <a:p>
            <a:pPr>
              <a:defRPr/>
            </a:pPr>
            <a:fld id="{1CC7F8E4-5D4D-4842-B88B-66147FFD10FD}" type="slidenum">
              <a:rPr lang="en-US"/>
              <a:pPr>
                <a:defRPr/>
              </a:pPr>
              <a:t>‹#›</a:t>
            </a:fld>
            <a:endParaRPr lang="en-US"/>
          </a:p>
        </p:txBody>
      </p:sp>
    </p:spTree>
    <p:extLst>
      <p:ext uri="{BB962C8B-B14F-4D97-AF65-F5344CB8AC3E}">
        <p14:creationId xmlns:p14="http://schemas.microsoft.com/office/powerpoint/2010/main" val="1281721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176866" y="5382153"/>
            <a:ext cx="6798734" cy="49371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Security and Access Control</a:t>
            </a:r>
          </a:p>
        </p:txBody>
      </p:sp>
      <p:sp>
        <p:nvSpPr>
          <p:cNvPr id="7" name="Slide Number Placeholder 5"/>
          <p:cNvSpPr>
            <a:spLocks noGrp="1"/>
          </p:cNvSpPr>
          <p:nvPr>
            <p:ph type="sldNum" sz="quarter" idx="12"/>
          </p:nvPr>
        </p:nvSpPr>
        <p:spPr/>
        <p:txBody>
          <a:bodyPr/>
          <a:lstStyle>
            <a:lvl1pPr>
              <a:defRPr/>
            </a:lvl1pPr>
          </a:lstStyle>
          <a:p>
            <a:pPr>
              <a:defRPr/>
            </a:pPr>
            <a:fld id="{B6D5EFF8-0A9C-4F8E-9984-714BB0AED384}" type="slidenum">
              <a:rPr lang="en-US"/>
              <a:pPr>
                <a:defRPr/>
              </a:pPr>
              <a:t>‹#›</a:t>
            </a:fld>
            <a:endParaRPr lang="en-US"/>
          </a:p>
        </p:txBody>
      </p:sp>
    </p:spTree>
    <p:extLst>
      <p:ext uri="{BB962C8B-B14F-4D97-AF65-F5344CB8AC3E}">
        <p14:creationId xmlns:p14="http://schemas.microsoft.com/office/powerpoint/2010/main" val="540814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cxnSp>
        <p:nvCxnSpPr>
          <p:cNvPr id="4" name="Straight Connector 3"/>
          <p:cNvCxnSpPr/>
          <p:nvPr/>
        </p:nvCxnSpPr>
        <p:spPr>
          <a:xfrm>
            <a:off x="1277938" y="4140200"/>
            <a:ext cx="660717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06873"/>
            <a:ext cx="6798734" cy="3097860"/>
          </a:xfrm>
        </p:spPr>
        <p:txBody>
          <a:bodyP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Security and Access Control</a:t>
            </a:r>
          </a:p>
        </p:txBody>
      </p:sp>
      <p:sp>
        <p:nvSpPr>
          <p:cNvPr id="7" name="Slide Number Placeholder 5"/>
          <p:cNvSpPr>
            <a:spLocks noGrp="1"/>
          </p:cNvSpPr>
          <p:nvPr>
            <p:ph type="sldNum" sz="quarter" idx="12"/>
          </p:nvPr>
        </p:nvSpPr>
        <p:spPr/>
        <p:txBody>
          <a:bodyPr/>
          <a:lstStyle>
            <a:lvl1pPr>
              <a:defRPr/>
            </a:lvl1pPr>
          </a:lstStyle>
          <a:p>
            <a:pPr>
              <a:defRPr/>
            </a:pPr>
            <a:fld id="{D8C4BF61-9F01-4F95-955C-9213CD028A03}" type="slidenum">
              <a:rPr lang="en-US"/>
              <a:pPr>
                <a:defRPr/>
              </a:pPr>
              <a:t>‹#›</a:t>
            </a:fld>
            <a:endParaRPr lang="en-US"/>
          </a:p>
        </p:txBody>
      </p:sp>
    </p:spTree>
    <p:extLst>
      <p:ext uri="{BB962C8B-B14F-4D97-AF65-F5344CB8AC3E}">
        <p14:creationId xmlns:p14="http://schemas.microsoft.com/office/powerpoint/2010/main" val="26719780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849313" y="904875"/>
            <a:ext cx="4572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defRPr/>
            </a:pPr>
            <a:r>
              <a:rPr lang="en-US" sz="7200"/>
              <a:t>“</a:t>
            </a:r>
          </a:p>
        </p:txBody>
      </p:sp>
      <p:sp>
        <p:nvSpPr>
          <p:cNvPr id="6" name="TextBox 5"/>
          <p:cNvSpPr txBox="1">
            <a:spLocks noChangeArrowheads="1"/>
          </p:cNvSpPr>
          <p:nvPr/>
        </p:nvSpPr>
        <p:spPr bwMode="auto">
          <a:xfrm>
            <a:off x="7634288" y="2827338"/>
            <a:ext cx="4572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r" eaLnBrk="1" hangingPunct="1">
              <a:defRPr/>
            </a:pPr>
            <a:r>
              <a:rPr lang="en-US" sz="7200"/>
              <a:t>”</a:t>
            </a:r>
          </a:p>
        </p:txBody>
      </p:sp>
      <p:cxnSp>
        <p:nvCxnSpPr>
          <p:cNvPr id="7" name="Straight Connector 6"/>
          <p:cNvCxnSpPr/>
          <p:nvPr/>
        </p:nvCxnSpPr>
        <p:spPr>
          <a:xfrm>
            <a:off x="1277938" y="4140200"/>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334333" y="982132"/>
            <a:ext cx="6400250" cy="2370668"/>
          </a:xfrm>
        </p:spPr>
        <p:txBody>
          <a:bodyP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Date Placeholder 3"/>
          <p:cNvSpPr>
            <a:spLocks noGrp="1"/>
          </p:cNvSpPr>
          <p:nvPr>
            <p:ph type="dt" sz="half" idx="14"/>
          </p:nvPr>
        </p:nvSpPr>
        <p:spPr/>
        <p:txBody>
          <a:bodyPr/>
          <a:lstStyle>
            <a:lvl1pPr>
              <a:defRPr/>
            </a:lvl1pPr>
          </a:lstStyle>
          <a:p>
            <a:pPr>
              <a:defRPr/>
            </a:pPr>
            <a:endParaRPr lang="en-US"/>
          </a:p>
        </p:txBody>
      </p:sp>
      <p:sp>
        <p:nvSpPr>
          <p:cNvPr id="9" name="Footer Placeholder 4"/>
          <p:cNvSpPr>
            <a:spLocks noGrp="1"/>
          </p:cNvSpPr>
          <p:nvPr>
            <p:ph type="ftr" sz="quarter" idx="15"/>
          </p:nvPr>
        </p:nvSpPr>
        <p:spPr/>
        <p:txBody>
          <a:bodyPr/>
          <a:lstStyle>
            <a:lvl1pPr>
              <a:defRPr/>
            </a:lvl1pPr>
          </a:lstStyle>
          <a:p>
            <a:pPr>
              <a:defRPr/>
            </a:pPr>
            <a:r>
              <a:rPr lang="en-US"/>
              <a:t>Security and Access Control</a:t>
            </a:r>
          </a:p>
        </p:txBody>
      </p:sp>
      <p:sp>
        <p:nvSpPr>
          <p:cNvPr id="11" name="Slide Number Placeholder 5"/>
          <p:cNvSpPr>
            <a:spLocks noGrp="1"/>
          </p:cNvSpPr>
          <p:nvPr>
            <p:ph type="sldNum" sz="quarter" idx="16"/>
          </p:nvPr>
        </p:nvSpPr>
        <p:spPr/>
        <p:txBody>
          <a:bodyPr/>
          <a:lstStyle>
            <a:lvl1pPr>
              <a:defRPr/>
            </a:lvl1pPr>
          </a:lstStyle>
          <a:p>
            <a:pPr>
              <a:defRPr/>
            </a:pPr>
            <a:fld id="{509BD777-786A-465E-BA14-664550AC24E8}" type="slidenum">
              <a:rPr lang="en-US"/>
              <a:pPr>
                <a:defRPr/>
              </a:pPr>
              <a:t>‹#›</a:t>
            </a:fld>
            <a:endParaRPr lang="en-US"/>
          </a:p>
        </p:txBody>
      </p:sp>
    </p:spTree>
    <p:extLst>
      <p:ext uri="{BB962C8B-B14F-4D97-AF65-F5344CB8AC3E}">
        <p14:creationId xmlns:p14="http://schemas.microsoft.com/office/powerpoint/2010/main" val="32731041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r>
              <a:rPr lang="en-US"/>
              <a:t>Security and Access Control</a:t>
            </a:r>
          </a:p>
        </p:txBody>
      </p:sp>
      <p:sp>
        <p:nvSpPr>
          <p:cNvPr id="6" name="Slide Number Placeholder 5"/>
          <p:cNvSpPr>
            <a:spLocks noGrp="1"/>
          </p:cNvSpPr>
          <p:nvPr>
            <p:ph type="sldNum" sz="quarter" idx="12"/>
          </p:nvPr>
        </p:nvSpPr>
        <p:spPr/>
        <p:txBody>
          <a:bodyPr/>
          <a:lstStyle>
            <a:lvl1pPr>
              <a:defRPr/>
            </a:lvl1pPr>
          </a:lstStyle>
          <a:p>
            <a:pPr>
              <a:defRPr/>
            </a:pPr>
            <a:fld id="{52076714-F08A-4DAD-ACB0-3B0BF12B51F5}" type="slidenum">
              <a:rPr lang="en-US"/>
              <a:pPr>
                <a:defRPr/>
              </a:pPr>
              <a:t>‹#›</a:t>
            </a:fld>
            <a:endParaRPr lang="en-US"/>
          </a:p>
        </p:txBody>
      </p:sp>
    </p:spTree>
    <p:extLst>
      <p:ext uri="{BB962C8B-B14F-4D97-AF65-F5344CB8AC3E}">
        <p14:creationId xmlns:p14="http://schemas.microsoft.com/office/powerpoint/2010/main" val="41018783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5" name="TextBox 4"/>
          <p:cNvSpPr txBox="1">
            <a:spLocks noChangeArrowheads="1"/>
          </p:cNvSpPr>
          <p:nvPr/>
        </p:nvSpPr>
        <p:spPr bwMode="auto">
          <a:xfrm>
            <a:off x="877888" y="896938"/>
            <a:ext cx="45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defRPr/>
            </a:pPr>
            <a:r>
              <a:rPr lang="en-US" sz="8000"/>
              <a:t>“</a:t>
            </a:r>
          </a:p>
        </p:txBody>
      </p:sp>
      <p:sp>
        <p:nvSpPr>
          <p:cNvPr id="6" name="TextBox 5"/>
          <p:cNvSpPr txBox="1">
            <a:spLocks noChangeArrowheads="1"/>
          </p:cNvSpPr>
          <p:nvPr/>
        </p:nvSpPr>
        <p:spPr bwMode="auto">
          <a:xfrm>
            <a:off x="7650163" y="2608263"/>
            <a:ext cx="45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1200">
                <a:solidFill>
                  <a:schemeClr val="tx1"/>
                </a:solidFill>
                <a:latin typeface="Arial" panose="020B0604020202020204" pitchFamily="34" charset="0"/>
              </a:defRPr>
            </a:lvl1pPr>
            <a:lvl2pPr marL="742950" indent="-285750">
              <a:defRPr sz="1200">
                <a:solidFill>
                  <a:schemeClr val="tx1"/>
                </a:solidFill>
                <a:latin typeface="Arial" panose="020B0604020202020204" pitchFamily="34" charset="0"/>
              </a:defRPr>
            </a:lvl2pPr>
            <a:lvl3pPr marL="1143000" indent="-228600">
              <a:defRPr sz="1200">
                <a:solidFill>
                  <a:schemeClr val="tx1"/>
                </a:solidFill>
                <a:latin typeface="Arial" panose="020B0604020202020204" pitchFamily="34" charset="0"/>
              </a:defRPr>
            </a:lvl3pPr>
            <a:lvl4pPr marL="1600200" indent="-228600">
              <a:defRPr sz="1200">
                <a:solidFill>
                  <a:schemeClr val="tx1"/>
                </a:solidFill>
                <a:latin typeface="Arial" panose="020B0604020202020204" pitchFamily="34" charset="0"/>
              </a:defRPr>
            </a:lvl4pPr>
            <a:lvl5pPr marL="2057400" indent="-22860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r" eaLnBrk="1" hangingPunct="1">
              <a:defRPr/>
            </a:pPr>
            <a:r>
              <a:rPr lang="en-US" sz="8000"/>
              <a:t>”</a:t>
            </a:r>
          </a:p>
        </p:txBody>
      </p:sp>
      <p:cxnSp>
        <p:nvCxnSpPr>
          <p:cNvPr id="7" name="Straight Connector 6"/>
          <p:cNvCxnSpPr/>
          <p:nvPr/>
        </p:nvCxnSpPr>
        <p:spPr>
          <a:xfrm>
            <a:off x="1277938" y="3429000"/>
            <a:ext cx="6596062"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409416" y="982132"/>
            <a:ext cx="6325168" cy="2243668"/>
          </a:xfrm>
        </p:spPr>
        <p:txBody>
          <a:bodyP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8" name="Date Placeholder 3"/>
          <p:cNvSpPr>
            <a:spLocks noGrp="1"/>
          </p:cNvSpPr>
          <p:nvPr>
            <p:ph type="dt" sz="half" idx="14"/>
          </p:nvPr>
        </p:nvSpPr>
        <p:spPr/>
        <p:txBody>
          <a:bodyPr/>
          <a:lstStyle>
            <a:lvl1pPr>
              <a:defRPr/>
            </a:lvl1pPr>
          </a:lstStyle>
          <a:p>
            <a:pPr>
              <a:defRPr/>
            </a:pPr>
            <a:endParaRPr lang="en-US"/>
          </a:p>
        </p:txBody>
      </p:sp>
      <p:sp>
        <p:nvSpPr>
          <p:cNvPr id="9" name="Footer Placeholder 4"/>
          <p:cNvSpPr>
            <a:spLocks noGrp="1"/>
          </p:cNvSpPr>
          <p:nvPr>
            <p:ph type="ftr" sz="quarter" idx="15"/>
          </p:nvPr>
        </p:nvSpPr>
        <p:spPr/>
        <p:txBody>
          <a:bodyPr/>
          <a:lstStyle>
            <a:lvl1pPr>
              <a:defRPr/>
            </a:lvl1pPr>
          </a:lstStyle>
          <a:p>
            <a:pPr>
              <a:defRPr/>
            </a:pPr>
            <a:r>
              <a:rPr lang="en-US"/>
              <a:t>Security and Access Control</a:t>
            </a:r>
          </a:p>
        </p:txBody>
      </p:sp>
      <p:sp>
        <p:nvSpPr>
          <p:cNvPr id="10" name="Slide Number Placeholder 5"/>
          <p:cNvSpPr>
            <a:spLocks noGrp="1"/>
          </p:cNvSpPr>
          <p:nvPr>
            <p:ph type="sldNum" sz="quarter" idx="16"/>
          </p:nvPr>
        </p:nvSpPr>
        <p:spPr/>
        <p:txBody>
          <a:bodyPr/>
          <a:lstStyle>
            <a:lvl1pPr>
              <a:defRPr/>
            </a:lvl1pPr>
          </a:lstStyle>
          <a:p>
            <a:pPr>
              <a:defRPr/>
            </a:pPr>
            <a:fld id="{10B20BC6-013F-465F-B1C1-74155D771B18}" type="slidenum">
              <a:rPr lang="en-US"/>
              <a:pPr>
                <a:defRPr/>
              </a:pPr>
              <a:t>‹#›</a:t>
            </a:fld>
            <a:endParaRPr lang="en-US"/>
          </a:p>
        </p:txBody>
      </p:sp>
    </p:spTree>
    <p:extLst>
      <p:ext uri="{BB962C8B-B14F-4D97-AF65-F5344CB8AC3E}">
        <p14:creationId xmlns:p14="http://schemas.microsoft.com/office/powerpoint/2010/main" val="37347580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cxnSp>
        <p:nvCxnSpPr>
          <p:cNvPr id="5" name="Straight Connector 4"/>
          <p:cNvCxnSpPr/>
          <p:nvPr/>
        </p:nvCxnSpPr>
        <p:spPr>
          <a:xfrm>
            <a:off x="1277938" y="3429000"/>
            <a:ext cx="660717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5" y="982131"/>
            <a:ext cx="6798734" cy="2294467"/>
          </a:xfrm>
        </p:spPr>
        <p:txBody>
          <a:bodyPr rtlCol="0">
            <a:normAutofit/>
          </a:bodyPr>
          <a:lstStyle>
            <a:lvl1pPr>
              <a:defRPr lang="en-US" sz="3200" b="0" dirty="0"/>
            </a:lvl1pPr>
          </a:lstStyle>
          <a:p>
            <a:pPr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p:cNvSpPr>
            <a:spLocks noGrp="1"/>
          </p:cNvSpPr>
          <p:nvPr>
            <p:ph type="dt" sz="half" idx="14"/>
          </p:nvPr>
        </p:nvSpPr>
        <p:spPr/>
        <p:txBody>
          <a:bodyPr/>
          <a:lstStyle>
            <a:lvl1pPr>
              <a:defRPr/>
            </a:lvl1pPr>
          </a:lstStyle>
          <a:p>
            <a:pPr>
              <a:defRPr/>
            </a:pPr>
            <a:endParaRPr lang="en-US"/>
          </a:p>
        </p:txBody>
      </p:sp>
      <p:sp>
        <p:nvSpPr>
          <p:cNvPr id="7" name="Footer Placeholder 4"/>
          <p:cNvSpPr>
            <a:spLocks noGrp="1"/>
          </p:cNvSpPr>
          <p:nvPr>
            <p:ph type="ftr" sz="quarter" idx="15"/>
          </p:nvPr>
        </p:nvSpPr>
        <p:spPr/>
        <p:txBody>
          <a:bodyPr/>
          <a:lstStyle>
            <a:lvl1pPr>
              <a:defRPr/>
            </a:lvl1pPr>
          </a:lstStyle>
          <a:p>
            <a:pPr>
              <a:defRPr/>
            </a:pPr>
            <a:r>
              <a:rPr lang="en-US"/>
              <a:t>Security and Access Control</a:t>
            </a:r>
          </a:p>
        </p:txBody>
      </p:sp>
      <p:sp>
        <p:nvSpPr>
          <p:cNvPr id="8" name="Slide Number Placeholder 5"/>
          <p:cNvSpPr>
            <a:spLocks noGrp="1"/>
          </p:cNvSpPr>
          <p:nvPr>
            <p:ph type="sldNum" sz="quarter" idx="16"/>
          </p:nvPr>
        </p:nvSpPr>
        <p:spPr/>
        <p:txBody>
          <a:bodyPr/>
          <a:lstStyle>
            <a:lvl1pPr>
              <a:defRPr/>
            </a:lvl1pPr>
          </a:lstStyle>
          <a:p>
            <a:pPr>
              <a:defRPr/>
            </a:pPr>
            <a:fld id="{92ADD66A-9055-4C90-9FFE-DCCF4E40F72A}" type="slidenum">
              <a:rPr lang="en-US"/>
              <a:pPr>
                <a:defRPr/>
              </a:pPr>
              <a:t>‹#›</a:t>
            </a:fld>
            <a:endParaRPr lang="en-US"/>
          </a:p>
        </p:txBody>
      </p:sp>
    </p:spTree>
    <p:extLst>
      <p:ext uri="{BB962C8B-B14F-4D97-AF65-F5344CB8AC3E}">
        <p14:creationId xmlns:p14="http://schemas.microsoft.com/office/powerpoint/2010/main" val="705407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4" name="Straight Connector 3"/>
          <p:cNvCxnSpPr/>
          <p:nvPr/>
        </p:nvCxnSpPr>
        <p:spPr>
          <a:xfrm>
            <a:off x="1277938" y="2354263"/>
            <a:ext cx="660717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Security and Access Control</a:t>
            </a:r>
          </a:p>
        </p:txBody>
      </p:sp>
      <p:sp>
        <p:nvSpPr>
          <p:cNvPr id="7" name="Slide Number Placeholder 5"/>
          <p:cNvSpPr>
            <a:spLocks noGrp="1"/>
          </p:cNvSpPr>
          <p:nvPr>
            <p:ph type="sldNum" sz="quarter" idx="12"/>
          </p:nvPr>
        </p:nvSpPr>
        <p:spPr/>
        <p:txBody>
          <a:bodyPr/>
          <a:lstStyle>
            <a:lvl1pPr>
              <a:defRPr/>
            </a:lvl1pPr>
          </a:lstStyle>
          <a:p>
            <a:pPr>
              <a:defRPr/>
            </a:pPr>
            <a:fld id="{8ACD1C79-2CE6-47AA-842F-70E5B5C2CAFB}" type="slidenum">
              <a:rPr lang="en-US"/>
              <a:pPr>
                <a:defRPr/>
              </a:pPr>
              <a:t>‹#›</a:t>
            </a:fld>
            <a:endParaRPr lang="en-US"/>
          </a:p>
        </p:txBody>
      </p:sp>
    </p:spTree>
    <p:extLst>
      <p:ext uri="{BB962C8B-B14F-4D97-AF65-F5344CB8AC3E}">
        <p14:creationId xmlns:p14="http://schemas.microsoft.com/office/powerpoint/2010/main" val="2282508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cxnSp>
        <p:nvCxnSpPr>
          <p:cNvPr id="4" name="Straight Connector 3"/>
          <p:cNvCxnSpPr/>
          <p:nvPr/>
        </p:nvCxnSpPr>
        <p:spPr>
          <a:xfrm>
            <a:off x="6245225" y="906463"/>
            <a:ext cx="0" cy="4968875"/>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r>
              <a:rPr lang="en-US"/>
              <a:t>Security and Access Control</a:t>
            </a:r>
          </a:p>
        </p:txBody>
      </p:sp>
      <p:sp>
        <p:nvSpPr>
          <p:cNvPr id="7" name="Slide Number Placeholder 5"/>
          <p:cNvSpPr>
            <a:spLocks noGrp="1"/>
          </p:cNvSpPr>
          <p:nvPr>
            <p:ph type="sldNum" sz="quarter" idx="12"/>
          </p:nvPr>
        </p:nvSpPr>
        <p:spPr/>
        <p:txBody>
          <a:bodyPr/>
          <a:lstStyle>
            <a:lvl1pPr>
              <a:defRPr/>
            </a:lvl1pPr>
          </a:lstStyle>
          <a:p>
            <a:pPr>
              <a:defRPr/>
            </a:pPr>
            <a:fld id="{B4198355-1247-43D3-9CAB-4DEA234CDC17}" type="slidenum">
              <a:rPr lang="en-US"/>
              <a:pPr>
                <a:defRPr/>
              </a:pPr>
              <a:t>‹#›</a:t>
            </a:fld>
            <a:endParaRPr lang="en-US"/>
          </a:p>
        </p:txBody>
      </p:sp>
    </p:spTree>
    <p:extLst>
      <p:ext uri="{BB962C8B-B14F-4D97-AF65-F5344CB8AC3E}">
        <p14:creationId xmlns:p14="http://schemas.microsoft.com/office/powerpoint/2010/main" val="14712460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8229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atin typeface="Arial" panose="020B0604020202020204" pitchFamily="34" charset="0"/>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A1557C1D-B19C-45E0-B0E9-7E04D7749E7C}" type="slidenum">
              <a:rPr lang="en-US"/>
              <a:pPr>
                <a:defRPr/>
              </a:pPr>
              <a:t>‹#›</a:t>
            </a:fld>
            <a:endParaRPr lang="en-US"/>
          </a:p>
        </p:txBody>
      </p:sp>
    </p:spTree>
    <p:extLst>
      <p:ext uri="{BB962C8B-B14F-4D97-AF65-F5344CB8AC3E}">
        <p14:creationId xmlns:p14="http://schemas.microsoft.com/office/powerpoint/2010/main" val="22507989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4BCF5207-CFE9-4380-852D-CFE9C9ADF9FB}" type="slidenum">
              <a:rPr lang="en-US"/>
              <a:pPr>
                <a:defRPr/>
              </a:pPr>
              <a:t>‹#›</a:t>
            </a:fld>
            <a:endParaRPr lang="en-US"/>
          </a:p>
        </p:txBody>
      </p:sp>
    </p:spTree>
    <p:extLst>
      <p:ext uri="{BB962C8B-B14F-4D97-AF65-F5344CB8AC3E}">
        <p14:creationId xmlns:p14="http://schemas.microsoft.com/office/powerpoint/2010/main" val="34576598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endParaRPr lang="en-US"/>
          </a:p>
        </p:txBody>
      </p:sp>
      <p:sp>
        <p:nvSpPr>
          <p:cNvPr id="7" name="Rectangle 5"/>
          <p:cNvSpPr>
            <a:spLocks noGrp="1" noChangeArrowheads="1"/>
          </p:cNvSpPr>
          <p:nvPr>
            <p:ph type="ftr" sz="quarter" idx="11"/>
          </p:nvPr>
        </p:nvSpPr>
        <p:spPr>
          <a:ln/>
        </p:spPr>
        <p:txBody>
          <a:bodyPr/>
          <a:lstStyle>
            <a:lvl1pPr>
              <a:defRPr/>
            </a:lvl1pPr>
          </a:lstStyle>
          <a:p>
            <a:endParaRPr lang="en-US"/>
          </a:p>
        </p:txBody>
      </p:sp>
      <p:sp>
        <p:nvSpPr>
          <p:cNvPr id="8" name="Rectangle 6"/>
          <p:cNvSpPr>
            <a:spLocks noGrp="1" noChangeArrowheads="1"/>
          </p:cNvSpPr>
          <p:nvPr>
            <p:ph type="sldNum" sz="quarter" idx="12"/>
          </p:nvPr>
        </p:nvSpPr>
        <p:spPr>
          <a:ln/>
        </p:spPr>
        <p:txBody>
          <a:bodyPr/>
          <a:lstStyle>
            <a:lvl1pPr>
              <a:defRPr/>
            </a:lvl1pPr>
          </a:lstStyle>
          <a:p>
            <a:fld id="{A37A9C38-36B4-4735-9E01-09F2C371506E}" type="slidenum">
              <a:rPr lang="en-US"/>
              <a:pPr/>
              <a:t>‹#›</a:t>
            </a:fld>
            <a:endParaRPr lang="en-US"/>
          </a:p>
        </p:txBody>
      </p:sp>
    </p:spTree>
    <p:extLst>
      <p:ext uri="{BB962C8B-B14F-4D97-AF65-F5344CB8AC3E}">
        <p14:creationId xmlns:p14="http://schemas.microsoft.com/office/powerpoint/2010/main" val="1986581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1026" name="Group 6"/>
          <p:cNvGrpSpPr>
            <a:grpSpLocks/>
          </p:cNvGrpSpPr>
          <p:nvPr/>
        </p:nvGrpSpPr>
        <p:grpSpPr bwMode="auto">
          <a:xfrm>
            <a:off x="0" y="0"/>
            <a:ext cx="9151938" cy="6858000"/>
            <a:chOff x="0" y="0"/>
            <a:chExt cx="9152467" cy="6858000"/>
          </a:xfrm>
        </p:grpSpPr>
        <p:pic>
          <p:nvPicPr>
            <p:cNvPr id="1032" name="Picture 7" descr="SD-PanelContent.png"/>
            <p:cNvPicPr>
              <a:picLocks noChangeAspect="1"/>
            </p:cNvPicPr>
            <p:nvPr/>
          </p:nvPicPr>
          <p:blipFill>
            <a:blip r:embed="rId2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36" name="Picture 9" descr="HDRibbonContent-UniformTrim.png"/>
            <p:cNvPicPr>
              <a:picLocks noChangeAspect="1"/>
            </p:cNvPicPr>
            <p:nvPr/>
          </p:nvPicPr>
          <p:blipFill>
            <a:blip r:embed="rId23">
              <a:extLst>
                <a:ext uri="{28A0092B-C50C-407E-A947-70E740481C1C}">
                  <a14:useLocalDpi xmlns:a14="http://schemas.microsoft.com/office/drawing/2010/main" val="0"/>
                </a:ext>
              </a:extLst>
            </a:blip>
            <a:srcRect l="2" r="14240"/>
            <a:stretch>
              <a:fillRect/>
            </a:stretch>
          </p:blipFill>
          <p:spPr bwMode="auto">
            <a:xfrm>
              <a:off x="0" y="3128434"/>
              <a:ext cx="68580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7" name="Picture 10" descr="HDRibbonContent-UniformTrim.png"/>
            <p:cNvPicPr>
              <a:picLocks noChangeAspect="1"/>
            </p:cNvPicPr>
            <p:nvPr/>
          </p:nvPicPr>
          <p:blipFill>
            <a:blip r:embed="rId23">
              <a:extLst>
                <a:ext uri="{28A0092B-C50C-407E-A947-70E740481C1C}">
                  <a14:useLocalDpi xmlns:a14="http://schemas.microsoft.com/office/drawing/2010/main" val="0"/>
                </a:ext>
              </a:extLst>
            </a:blip>
            <a:srcRect l="2" r="14240"/>
            <a:stretch>
              <a:fillRect/>
            </a:stretch>
          </p:blipFill>
          <p:spPr bwMode="auto">
            <a:xfrm>
              <a:off x="8466667" y="3128434"/>
              <a:ext cx="68580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7" name="Title Placeholder 1"/>
          <p:cNvSpPr>
            <a:spLocks noGrp="1"/>
          </p:cNvSpPr>
          <p:nvPr>
            <p:ph type="title"/>
          </p:nvPr>
        </p:nvSpPr>
        <p:spPr bwMode="auto">
          <a:xfrm>
            <a:off x="1176338" y="915988"/>
            <a:ext cx="6799262" cy="130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1176338" y="2490788"/>
            <a:ext cx="6799262"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356350" y="5961063"/>
            <a:ext cx="1149350" cy="279400"/>
          </a:xfrm>
          <a:prstGeom prst="rect">
            <a:avLst/>
          </a:prstGeom>
        </p:spPr>
        <p:txBody>
          <a:bodyPr vert="horz" lIns="91440" tIns="45720" rIns="91440" bIns="45720" rtlCol="0" anchor="ctr"/>
          <a:lstStyle>
            <a:lvl1pPr algn="r" eaLnBrk="1" hangingPunct="1">
              <a:defRPr sz="1000" b="0" i="0">
                <a:solidFill>
                  <a:schemeClr val="tx1"/>
                </a:solidFill>
                <a:effectLst/>
                <a:latin typeface="+mn-lt"/>
              </a:defRPr>
            </a:lvl1pPr>
          </a:lstStyle>
          <a:p>
            <a:pPr>
              <a:defRPr/>
            </a:pPr>
            <a:endParaRPr lang="en-US"/>
          </a:p>
        </p:txBody>
      </p:sp>
      <p:sp>
        <p:nvSpPr>
          <p:cNvPr id="5" name="Footer Placeholder 4"/>
          <p:cNvSpPr>
            <a:spLocks noGrp="1"/>
          </p:cNvSpPr>
          <p:nvPr>
            <p:ph type="ftr" sz="quarter" idx="3"/>
          </p:nvPr>
        </p:nvSpPr>
        <p:spPr>
          <a:xfrm>
            <a:off x="1176338" y="5961063"/>
            <a:ext cx="5105400" cy="279400"/>
          </a:xfrm>
          <a:prstGeom prst="rect">
            <a:avLst/>
          </a:prstGeom>
        </p:spPr>
        <p:txBody>
          <a:bodyPr vert="horz" lIns="91440" tIns="45720" rIns="91440" bIns="45720" rtlCol="0" anchor="ctr"/>
          <a:lstStyle>
            <a:lvl1pPr algn="l" eaLnBrk="1" hangingPunct="1">
              <a:defRPr sz="1000" b="0" i="0">
                <a:solidFill>
                  <a:schemeClr val="tx1"/>
                </a:solidFill>
                <a:effectLst/>
                <a:latin typeface="+mn-lt"/>
              </a:defRPr>
            </a:lvl1pPr>
          </a:lstStyle>
          <a:p>
            <a:pPr>
              <a:defRPr/>
            </a:pPr>
            <a:r>
              <a:rPr lang="en-US"/>
              <a:t>Security and Access Control</a:t>
            </a:r>
          </a:p>
        </p:txBody>
      </p:sp>
      <p:sp>
        <p:nvSpPr>
          <p:cNvPr id="6" name="Slide Number Placeholder 5"/>
          <p:cNvSpPr>
            <a:spLocks noGrp="1"/>
          </p:cNvSpPr>
          <p:nvPr>
            <p:ph type="sldNum" sz="quarter" idx="4"/>
          </p:nvPr>
        </p:nvSpPr>
        <p:spPr>
          <a:xfrm>
            <a:off x="7580313" y="5961063"/>
            <a:ext cx="395287" cy="279400"/>
          </a:xfrm>
          <a:prstGeom prst="rect">
            <a:avLst/>
          </a:prstGeom>
        </p:spPr>
        <p:txBody>
          <a:bodyPr vert="horz" lIns="91440" tIns="45720" rIns="91440" bIns="45720" rtlCol="0" anchor="ctr"/>
          <a:lstStyle>
            <a:lvl1pPr algn="r" eaLnBrk="1" hangingPunct="1">
              <a:defRPr sz="1000" b="0" i="0">
                <a:solidFill>
                  <a:schemeClr val="tx1"/>
                </a:solidFill>
                <a:effectLst/>
                <a:latin typeface="+mn-lt"/>
              </a:defRPr>
            </a:lvl1pPr>
          </a:lstStyle>
          <a:p>
            <a:pPr>
              <a:defRPr/>
            </a:pPr>
            <a:fld id="{C3B27A66-BBEB-40EE-BDAA-86E5B23797C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39" r:id="rId7"/>
    <p:sldLayoutId id="2147483849" r:id="rId8"/>
    <p:sldLayoutId id="2147483840" r:id="rId9"/>
    <p:sldLayoutId id="2147483841" r:id="rId10"/>
    <p:sldLayoutId id="2147483850" r:id="rId11"/>
    <p:sldLayoutId id="2147483851" r:id="rId12"/>
    <p:sldLayoutId id="2147483842" r:id="rId13"/>
    <p:sldLayoutId id="2147483852" r:id="rId14"/>
    <p:sldLayoutId id="2147483853" r:id="rId15"/>
    <p:sldLayoutId id="2147483854" r:id="rId16"/>
    <p:sldLayoutId id="2147483855" r:id="rId17"/>
    <p:sldLayoutId id="2147483856" r:id="rId18"/>
    <p:sldLayoutId id="2147483857" r:id="rId19"/>
    <p:sldLayoutId id="2147483858" r:id="rId20"/>
  </p:sldLayoutIdLst>
  <p:txStyles>
    <p:titleStyle>
      <a:lvl1pPr algn="ctr" defTabSz="457200" rtl="0" eaLnBrk="0" fontAlgn="base" hangingPunct="0">
        <a:spcBef>
          <a:spcPct val="0"/>
        </a:spcBef>
        <a:spcAft>
          <a:spcPct val="0"/>
        </a:spcAft>
        <a:defRPr sz="4000" kern="1200">
          <a:ln w="3175" cmpd="sng">
            <a:noFill/>
          </a:ln>
          <a:solidFill>
            <a:srgbClr val="262626"/>
          </a:solidFill>
          <a:latin typeface="+mj-lt"/>
          <a:ea typeface="+mj-ea"/>
          <a:cs typeface="+mj-cs"/>
        </a:defRPr>
      </a:lvl1pPr>
      <a:lvl2pPr algn="ctr" defTabSz="457200" rtl="0" eaLnBrk="0" fontAlgn="base" hangingPunct="0">
        <a:spcBef>
          <a:spcPct val="0"/>
        </a:spcBef>
        <a:spcAft>
          <a:spcPct val="0"/>
        </a:spcAft>
        <a:defRPr sz="4000">
          <a:solidFill>
            <a:srgbClr val="262626"/>
          </a:solidFill>
          <a:latin typeface="Garamond" panose="02020404030301010803" pitchFamily="18" charset="0"/>
        </a:defRPr>
      </a:lvl2pPr>
      <a:lvl3pPr algn="ctr" defTabSz="457200" rtl="0" eaLnBrk="0" fontAlgn="base" hangingPunct="0">
        <a:spcBef>
          <a:spcPct val="0"/>
        </a:spcBef>
        <a:spcAft>
          <a:spcPct val="0"/>
        </a:spcAft>
        <a:defRPr sz="4000">
          <a:solidFill>
            <a:srgbClr val="262626"/>
          </a:solidFill>
          <a:latin typeface="Garamond" panose="02020404030301010803" pitchFamily="18" charset="0"/>
        </a:defRPr>
      </a:lvl3pPr>
      <a:lvl4pPr algn="ctr" defTabSz="457200" rtl="0" eaLnBrk="0" fontAlgn="base" hangingPunct="0">
        <a:spcBef>
          <a:spcPct val="0"/>
        </a:spcBef>
        <a:spcAft>
          <a:spcPct val="0"/>
        </a:spcAft>
        <a:defRPr sz="4000">
          <a:solidFill>
            <a:srgbClr val="262626"/>
          </a:solidFill>
          <a:latin typeface="Garamond" panose="02020404030301010803" pitchFamily="18" charset="0"/>
        </a:defRPr>
      </a:lvl4pPr>
      <a:lvl5pPr algn="ctr" defTabSz="457200" rtl="0" eaLnBrk="0" fontAlgn="base" hangingPunct="0">
        <a:spcBef>
          <a:spcPct val="0"/>
        </a:spcBef>
        <a:spcAft>
          <a:spcPct val="0"/>
        </a:spcAft>
        <a:defRPr sz="4000">
          <a:solidFill>
            <a:srgbClr val="262626"/>
          </a:solidFill>
          <a:latin typeface="Garamond" panose="02020404030301010803" pitchFamily="18"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0" fontAlgn="base" hangingPunct="0">
        <a:spcBef>
          <a:spcPct val="20000"/>
        </a:spcBef>
        <a:spcAft>
          <a:spcPts val="600"/>
        </a:spcAft>
        <a:buClr>
          <a:schemeClr val="accent1"/>
        </a:buClr>
        <a:buSzPct val="115000"/>
        <a:buFont typeface="Arial" panose="020B0604020202020204" pitchFamily="34" charset="0"/>
        <a:buChar char="•"/>
        <a:defRPr sz="2400" kern="1200">
          <a:solidFill>
            <a:srgbClr val="262626"/>
          </a:solidFill>
          <a:latin typeface="+mn-lt"/>
          <a:ea typeface="+mn-ea"/>
          <a:cs typeface="+mn-cs"/>
        </a:defRPr>
      </a:lvl1pPr>
      <a:lvl2pPr marL="742950" indent="-285750" algn="l" defTabSz="457200" rtl="0" eaLnBrk="0" fontAlgn="base" hangingPunct="0">
        <a:spcBef>
          <a:spcPct val="20000"/>
        </a:spcBef>
        <a:spcAft>
          <a:spcPts val="600"/>
        </a:spcAft>
        <a:buClr>
          <a:schemeClr val="accent1"/>
        </a:buClr>
        <a:buSzPct val="115000"/>
        <a:buFont typeface="Arial" panose="020B0604020202020204" pitchFamily="34" charset="0"/>
        <a:buChar char="•"/>
        <a:defRPr sz="2000" kern="1200">
          <a:solidFill>
            <a:srgbClr val="262626"/>
          </a:solidFill>
          <a:latin typeface="+mn-lt"/>
          <a:ea typeface="+mn-ea"/>
          <a:cs typeface="+mn-cs"/>
        </a:defRPr>
      </a:lvl2pPr>
      <a:lvl3pPr marL="1200150" indent="-285750" algn="l" defTabSz="457200" rtl="0" eaLnBrk="0" fontAlgn="base" hangingPunct="0">
        <a:spcBef>
          <a:spcPct val="20000"/>
        </a:spcBef>
        <a:spcAft>
          <a:spcPts val="600"/>
        </a:spcAft>
        <a:buClr>
          <a:schemeClr val="accent1"/>
        </a:buClr>
        <a:buSzPct val="115000"/>
        <a:buFont typeface="Arial" panose="020B0604020202020204" pitchFamily="34" charset="0"/>
        <a:buChar char="•"/>
        <a:defRPr kern="1200">
          <a:solidFill>
            <a:srgbClr val="262626"/>
          </a:solidFill>
          <a:latin typeface="+mn-lt"/>
          <a:ea typeface="+mn-ea"/>
          <a:cs typeface="+mn-cs"/>
        </a:defRPr>
      </a:lvl3pPr>
      <a:lvl4pPr marL="1543050" indent="-171450" algn="l" defTabSz="457200" rtl="0" eaLnBrk="0" fontAlgn="base" hangingPunct="0">
        <a:spcBef>
          <a:spcPct val="20000"/>
        </a:spcBef>
        <a:spcAft>
          <a:spcPts val="600"/>
        </a:spcAft>
        <a:buClr>
          <a:schemeClr val="accent1"/>
        </a:buClr>
        <a:buSzPct val="115000"/>
        <a:buFont typeface="Arial" panose="020B0604020202020204" pitchFamily="34" charset="0"/>
        <a:buChar char="•"/>
        <a:defRPr sz="1600" kern="1200">
          <a:solidFill>
            <a:srgbClr val="262626"/>
          </a:solidFill>
          <a:latin typeface="+mn-lt"/>
          <a:ea typeface="+mn-ea"/>
          <a:cs typeface="+mn-cs"/>
        </a:defRPr>
      </a:lvl4pPr>
      <a:lvl5pPr marL="2000250" indent="-171450" algn="l" defTabSz="457200" rtl="0" eaLnBrk="0" fontAlgn="base" hangingPunct="0">
        <a:spcBef>
          <a:spcPct val="20000"/>
        </a:spcBef>
        <a:spcAft>
          <a:spcPts val="600"/>
        </a:spcAft>
        <a:buClr>
          <a:schemeClr val="accent1"/>
        </a:buClr>
        <a:buSzPct val="115000"/>
        <a:buFont typeface="Arial" panose="020B0604020202020204" pitchFamily="34" charset="0"/>
        <a:buChar char="•"/>
        <a:defRPr sz="1400" kern="1200">
          <a:solidFill>
            <a:srgbClr val="262626"/>
          </a:solidFill>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10.jpe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jpe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1.jpeg"/><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4.png"/><Relationship Id="rId2" Type="http://schemas.openxmlformats.org/officeDocument/2006/relationships/image" Target="../media/image17.jpe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 Id="rId6" Type="http://schemas.openxmlformats.org/officeDocument/2006/relationships/image" Target="../media/image29.jpg"/><Relationship Id="rId5" Type="http://schemas.openxmlformats.org/officeDocument/2006/relationships/image" Target="../media/image28.jpg"/><Relationship Id="rId4" Type="http://schemas.openxmlformats.org/officeDocument/2006/relationships/image" Target="../media/image27.jpeg"/></Relationships>
</file>

<file path=ppt/slides/_rels/slide1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3.jpg"/><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32.jpg"/><Relationship Id="rId5" Type="http://schemas.openxmlformats.org/officeDocument/2006/relationships/image" Target="../media/image31.jp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34.png"/><Relationship Id="rId2" Type="http://schemas.openxmlformats.org/officeDocument/2006/relationships/image" Target="../media/image17.jpe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36.jpg"/></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jpeg"/><Relationship Id="rId1" Type="http://schemas.openxmlformats.org/officeDocument/2006/relationships/slideLayout" Target="../slideLayouts/slideLayout2.xml"/><Relationship Id="rId5" Type="http://schemas.openxmlformats.org/officeDocument/2006/relationships/image" Target="../media/image42.GIF"/><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jpeg"/><Relationship Id="rId1" Type="http://schemas.openxmlformats.org/officeDocument/2006/relationships/slideLayout" Target="../slideLayouts/slideLayout2.xml"/><Relationship Id="rId5" Type="http://schemas.openxmlformats.org/officeDocument/2006/relationships/image" Target="../media/image43.jpeg"/><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www.face-rec.org/databases/"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jpeg"/><Relationship Id="rId1" Type="http://schemas.openxmlformats.org/officeDocument/2006/relationships/slideLayout" Target="../slideLayouts/slideLayout2.xml"/><Relationship Id="rId5" Type="http://schemas.openxmlformats.org/officeDocument/2006/relationships/image" Target="../media/image44.gif"/><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45.png"/><Relationship Id="rId2" Type="http://schemas.openxmlformats.org/officeDocument/2006/relationships/image" Target="../media/image17.jpe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46.jpg"/><Relationship Id="rId2" Type="http://schemas.openxmlformats.org/officeDocument/2006/relationships/image" Target="../media/image17.jpe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dynface4d.isr.uc.pt/demos.php"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49.jpg"/><Relationship Id="rId5" Type="http://schemas.openxmlformats.org/officeDocument/2006/relationships/hyperlink" Target="http://vis-www.cs.umass.edu/lfw/" TargetMode="External"/><Relationship Id="rId4" Type="http://schemas.openxmlformats.org/officeDocument/2006/relationships/image" Target="../media/image9.png"/></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51.jpeg"/><Relationship Id="rId5" Type="http://schemas.openxmlformats.org/officeDocument/2006/relationships/image" Target="../media/image50.jpg"/><Relationship Id="rId4" Type="http://schemas.openxmlformats.org/officeDocument/2006/relationships/image" Target="../media/image9.png"/></Relationships>
</file>

<file path=ppt/slides/_rels/slide50.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jpeg"/><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66" name="Rectangle 19465">
            <a:extLst>
              <a:ext uri="{FF2B5EF4-FFF2-40B4-BE49-F238E27FC236}">
                <a16:creationId xmlns:a16="http://schemas.microsoft.com/office/drawing/2014/main" id="{FDF8837B-BAE2-489A-8F93-69216307D5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461" name="Picture 19460" descr="A picture of a puppy in a bubble bath">
            <a:extLst>
              <a:ext uri="{FF2B5EF4-FFF2-40B4-BE49-F238E27FC236}">
                <a16:creationId xmlns:a16="http://schemas.microsoft.com/office/drawing/2014/main" id="{10C5150F-BA2A-8062-FC2B-842C62CE7398}"/>
              </a:ext>
            </a:extLst>
          </p:cNvPr>
          <p:cNvPicPr>
            <a:picLocks noChangeAspect="1"/>
          </p:cNvPicPr>
          <p:nvPr/>
        </p:nvPicPr>
        <p:blipFill rotWithShape="1">
          <a:blip r:embed="rId2">
            <a:alphaModFix amt="50000"/>
          </a:blip>
          <a:srcRect l="13333"/>
          <a:stretch/>
        </p:blipFill>
        <p:spPr>
          <a:xfrm>
            <a:off x="20" y="10"/>
            <a:ext cx="9143980" cy="6857990"/>
          </a:xfrm>
          <a:prstGeom prst="rect">
            <a:avLst/>
          </a:prstGeom>
        </p:spPr>
      </p:pic>
      <p:sp>
        <p:nvSpPr>
          <p:cNvPr id="2" name="Title 1">
            <a:extLst>
              <a:ext uri="{FF2B5EF4-FFF2-40B4-BE49-F238E27FC236}">
                <a16:creationId xmlns:a16="http://schemas.microsoft.com/office/drawing/2014/main" id="{9D2A3926-7710-4C2C-8BC3-7C811303499D}"/>
              </a:ext>
            </a:extLst>
          </p:cNvPr>
          <p:cNvSpPr>
            <a:spLocks noGrp="1"/>
          </p:cNvSpPr>
          <p:nvPr>
            <p:ph type="ctrTitle"/>
          </p:nvPr>
        </p:nvSpPr>
        <p:spPr>
          <a:xfrm>
            <a:off x="2019298" y="1871131"/>
            <a:ext cx="5111752" cy="1515533"/>
          </a:xfrm>
        </p:spPr>
        <p:txBody>
          <a:bodyPr>
            <a:normAutofit/>
          </a:bodyPr>
          <a:lstStyle/>
          <a:p>
            <a:pPr>
              <a:lnSpc>
                <a:spcPct val="90000"/>
              </a:lnSpc>
              <a:defRPr/>
            </a:pPr>
            <a:r>
              <a:rPr lang="en-US" b="1" dirty="0">
                <a:solidFill>
                  <a:srgbClr val="FFFFFF"/>
                </a:solidFill>
                <a:effectLst>
                  <a:outerShdw blurRad="38100" dist="38100" dir="2700000" algn="tl">
                    <a:srgbClr val="000000">
                      <a:alpha val="43137"/>
                    </a:srgbClr>
                  </a:outerShdw>
                </a:effectLst>
              </a:rPr>
              <a:t>Housekeeping Notice</a:t>
            </a:r>
            <a:endParaRPr lang="en-MY" b="1" dirty="0">
              <a:solidFill>
                <a:srgbClr val="FFFFFF"/>
              </a:solidFill>
              <a:effectLst>
                <a:outerShdw blurRad="38100" dist="38100" dir="2700000" algn="tl">
                  <a:srgbClr val="000000">
                    <a:alpha val="43137"/>
                  </a:srgbClr>
                </a:outerShdw>
              </a:effectLst>
            </a:endParaRPr>
          </a:p>
        </p:txBody>
      </p:sp>
      <p:sp>
        <p:nvSpPr>
          <p:cNvPr id="19459" name="Subtitle 2">
            <a:extLst>
              <a:ext uri="{FF2B5EF4-FFF2-40B4-BE49-F238E27FC236}">
                <a16:creationId xmlns:a16="http://schemas.microsoft.com/office/drawing/2014/main" id="{3B20591C-14D4-E26C-FBFF-534A9072145E}"/>
              </a:ext>
            </a:extLst>
          </p:cNvPr>
          <p:cNvSpPr>
            <a:spLocks noGrp="1"/>
          </p:cNvSpPr>
          <p:nvPr>
            <p:ph type="subTitle" idx="1"/>
          </p:nvPr>
        </p:nvSpPr>
        <p:spPr>
          <a:xfrm>
            <a:off x="2019298" y="3657597"/>
            <a:ext cx="5111752" cy="1320802"/>
          </a:xfrm>
        </p:spPr>
        <p:txBody>
          <a:bodyPr>
            <a:normAutofit/>
          </a:bodyPr>
          <a:lstStyle/>
          <a:p>
            <a:r>
              <a:rPr lang="en-US" altLang="en-US" sz="3200" dirty="0">
                <a:solidFill>
                  <a:srgbClr val="FFFFFF"/>
                </a:solidFill>
              </a:rPr>
              <a:t>Please mute your handphone during class</a:t>
            </a:r>
            <a:endParaRPr lang="en-MY" altLang="en-US" sz="3200" dirty="0">
              <a:solidFill>
                <a:srgbClr val="FFFFFF"/>
              </a:solidFill>
            </a:endParaRPr>
          </a:p>
        </p:txBody>
      </p:sp>
      <p:cxnSp>
        <p:nvCxnSpPr>
          <p:cNvPr id="19468" name="Straight Connector 19467">
            <a:extLst>
              <a:ext uri="{FF2B5EF4-FFF2-40B4-BE49-F238E27FC236}">
                <a16:creationId xmlns:a16="http://schemas.microsoft.com/office/drawing/2014/main" id="{B48BEE9B-A2F4-4BF3-9EAD-16E1A7FC2D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774949" y="3510608"/>
            <a:ext cx="3840480" cy="0"/>
          </a:xfrm>
          <a:prstGeom prst="line">
            <a:avLst/>
          </a:prstGeom>
          <a:ln>
            <a:solidFill>
              <a:srgbClr val="FFFFFF"/>
            </a:solidFill>
          </a:ln>
        </p:spPr>
        <p:style>
          <a:lnRef idx="2">
            <a:schemeClr val="accent1"/>
          </a:lnRef>
          <a:fillRef idx="0">
            <a:schemeClr val="accent1"/>
          </a:fillRef>
          <a:effectRef idx="1">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fade">
                                      <p:cBhvr>
                                        <p:cTn id="7" dur="400"/>
                                        <p:tgtEl>
                                          <p:spTgt spid="19459">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945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8441" name="Group 18440">
            <a:extLst>
              <a:ext uri="{FF2B5EF4-FFF2-40B4-BE49-F238E27FC236}">
                <a16:creationId xmlns:a16="http://schemas.microsoft.com/office/drawing/2014/main" id="{DFB5D1BB-0703-437B-BD1E-1D07F8A273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02" y="0"/>
            <a:ext cx="9172471" cy="6856214"/>
            <a:chOff x="-15736" y="0"/>
            <a:chExt cx="12229962" cy="6856214"/>
          </a:xfrm>
        </p:grpSpPr>
        <p:pic>
          <p:nvPicPr>
            <p:cNvPr id="18442" name="Picture 18441">
              <a:extLst>
                <a:ext uri="{FF2B5EF4-FFF2-40B4-BE49-F238E27FC236}">
                  <a16:creationId xmlns:a16="http://schemas.microsoft.com/office/drawing/2014/main" id="{3886586B-3F0F-4593-B272-AE75AD0F092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8443" name="Rectangle 18442">
              <a:extLst>
                <a:ext uri="{FF2B5EF4-FFF2-40B4-BE49-F238E27FC236}">
                  <a16:creationId xmlns:a16="http://schemas.microsoft.com/office/drawing/2014/main" id="{020DEB59-BF94-41B5-8F16-8B10442EE0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18444" name="Picture 18443">
              <a:extLst>
                <a:ext uri="{FF2B5EF4-FFF2-40B4-BE49-F238E27FC236}">
                  <a16:creationId xmlns:a16="http://schemas.microsoft.com/office/drawing/2014/main" id="{9A3BEF6F-FC03-43B1-8D1B-8DA3A360DBF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8445" name="Picture 18444">
              <a:extLst>
                <a:ext uri="{FF2B5EF4-FFF2-40B4-BE49-F238E27FC236}">
                  <a16:creationId xmlns:a16="http://schemas.microsoft.com/office/drawing/2014/main" id="{0F49BA32-A501-4C79-9A72-92587AB9EEF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18447" name="Straight Connector 18446">
            <a:extLst>
              <a:ext uri="{FF2B5EF4-FFF2-40B4-BE49-F238E27FC236}">
                <a16:creationId xmlns:a16="http://schemas.microsoft.com/office/drawing/2014/main" id="{883F92AF-2403-4558-B1D7-72130A1E4BC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7126" y="2421466"/>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18449" name="Rectangle 18448">
            <a:extLst>
              <a:ext uri="{FF2B5EF4-FFF2-40B4-BE49-F238E27FC236}">
                <a16:creationId xmlns:a16="http://schemas.microsoft.com/office/drawing/2014/main" id="{5EB8E3BF-F464-4900-8994-851061A9A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437" name="Picture 18436" descr="A robot with human face">
            <a:extLst>
              <a:ext uri="{FF2B5EF4-FFF2-40B4-BE49-F238E27FC236}">
                <a16:creationId xmlns:a16="http://schemas.microsoft.com/office/drawing/2014/main" id="{89EC1A17-DD26-B872-B87A-A52E312B906D}"/>
              </a:ext>
            </a:extLst>
          </p:cNvPr>
          <p:cNvPicPr>
            <a:picLocks noChangeAspect="1"/>
          </p:cNvPicPr>
          <p:nvPr/>
        </p:nvPicPr>
        <p:blipFill rotWithShape="1">
          <a:blip r:embed="rId5">
            <a:alphaModFix amt="35000"/>
          </a:blip>
          <a:srcRect l="2446" r="8553" b="-1"/>
          <a:stretch/>
        </p:blipFill>
        <p:spPr>
          <a:xfrm>
            <a:off x="20" y="10"/>
            <a:ext cx="9143980" cy="6857990"/>
          </a:xfrm>
          <a:prstGeom prst="rect">
            <a:avLst/>
          </a:prstGeom>
        </p:spPr>
      </p:pic>
      <p:sp>
        <p:nvSpPr>
          <p:cNvPr id="18434" name="Rectangle 1026"/>
          <p:cNvSpPr>
            <a:spLocks noGrp="1" noChangeArrowheads="1"/>
          </p:cNvSpPr>
          <p:nvPr>
            <p:ph type="title"/>
          </p:nvPr>
        </p:nvSpPr>
        <p:spPr>
          <a:xfrm>
            <a:off x="971551" y="982132"/>
            <a:ext cx="7200897" cy="1303867"/>
          </a:xfrm>
        </p:spPr>
        <p:txBody>
          <a:bodyPr vert="horz" lIns="91440" tIns="45720" rIns="91440" bIns="45720" rtlCol="0" anchor="ctr">
            <a:normAutofit/>
          </a:bodyPr>
          <a:lstStyle/>
          <a:p>
            <a:pPr eaLnBrk="1" hangingPunct="1">
              <a:lnSpc>
                <a:spcPct val="90000"/>
              </a:lnSpc>
            </a:pPr>
            <a:r>
              <a:rPr lang="en-US" sz="3100" b="1">
                <a:solidFill>
                  <a:srgbClr val="FFFFFF"/>
                </a:solidFill>
              </a:rPr>
              <a:t>TPB 6323 </a:t>
            </a:r>
            <a:br>
              <a:rPr lang="en-US" sz="3100" b="1" dirty="0">
                <a:solidFill>
                  <a:srgbClr val="FFFFFF"/>
                </a:solidFill>
              </a:rPr>
            </a:br>
            <a:r>
              <a:rPr lang="en-US" sz="3100" b="1" dirty="0">
                <a:solidFill>
                  <a:srgbClr val="FFFFFF"/>
                </a:solidFill>
              </a:rPr>
              <a:t>Password Authentication and Biometrics</a:t>
            </a:r>
            <a:r>
              <a:rPr lang="en-US" sz="3100" dirty="0">
                <a:solidFill>
                  <a:srgbClr val="FFFFFF"/>
                </a:solidFill>
              </a:rPr>
              <a:t> </a:t>
            </a:r>
          </a:p>
        </p:txBody>
      </p:sp>
      <p:cxnSp>
        <p:nvCxnSpPr>
          <p:cNvPr id="18451" name="Straight Connector 18450">
            <a:extLst>
              <a:ext uri="{FF2B5EF4-FFF2-40B4-BE49-F238E27FC236}">
                <a16:creationId xmlns:a16="http://schemas.microsoft.com/office/drawing/2014/main" id="{8E0602D6-3A81-42F8-AE67-1BAAFC967C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43000" y="2421466"/>
            <a:ext cx="6858000" cy="0"/>
          </a:xfrm>
          <a:prstGeom prst="line">
            <a:avLst/>
          </a:prstGeom>
          <a:ln w="15875">
            <a:solidFill>
              <a:srgbClr val="FFFFFF"/>
            </a:solidFill>
          </a:ln>
        </p:spPr>
        <p:style>
          <a:lnRef idx="2">
            <a:schemeClr val="accent1"/>
          </a:lnRef>
          <a:fillRef idx="0">
            <a:schemeClr val="accent1"/>
          </a:fillRef>
          <a:effectRef idx="1">
            <a:schemeClr val="accent1"/>
          </a:effectRef>
          <a:fontRef idx="minor">
            <a:schemeClr val="tx1"/>
          </a:fontRef>
        </p:style>
      </p:cxnSp>
      <p:sp>
        <p:nvSpPr>
          <p:cNvPr id="18435" name="Rectangle 1027"/>
          <p:cNvSpPr>
            <a:spLocks noGrp="1" noChangeArrowheads="1"/>
          </p:cNvSpPr>
          <p:nvPr>
            <p:ph type="body" idx="1"/>
          </p:nvPr>
        </p:nvSpPr>
        <p:spPr>
          <a:xfrm>
            <a:off x="971550" y="2556932"/>
            <a:ext cx="7200897" cy="3318936"/>
          </a:xfrm>
        </p:spPr>
        <p:txBody>
          <a:bodyPr vert="horz" lIns="91440" tIns="45720" rIns="91440" bIns="45720" rtlCol="0" anchor="t">
            <a:normAutofit/>
          </a:bodyPr>
          <a:lstStyle/>
          <a:p>
            <a:pPr marL="0" indent="0" eaLnBrk="1" hangingPunct="1"/>
            <a:r>
              <a:rPr lang="en-US" sz="3600" i="1" dirty="0">
                <a:solidFill>
                  <a:srgbClr val="FFFFFF"/>
                </a:solidFill>
              </a:rPr>
              <a:t>Chapter 7</a:t>
            </a:r>
          </a:p>
          <a:p>
            <a:pPr marL="0" indent="0" eaLnBrk="1" hangingPunct="1"/>
            <a:r>
              <a:rPr lang="en-US" sz="3600" i="1" dirty="0">
                <a:solidFill>
                  <a:srgbClr val="FFFFFF"/>
                </a:solidFill>
              </a:rPr>
              <a:t>Biometric Physiological Traits and Modalities – Part: Face</a:t>
            </a:r>
            <a:endParaRPr lang="en-US" sz="3600" dirty="0">
              <a:solidFill>
                <a:srgbClr val="FFFFFF"/>
              </a:solidFill>
            </a:endParaRPr>
          </a:p>
        </p:txBody>
      </p:sp>
    </p:spTree>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b="1">
                <a:ln>
                  <a:noFill/>
                </a:ln>
              </a:rPr>
              <a:t>Objectives</a:t>
            </a:r>
            <a:r>
              <a:rPr lang="en-US">
                <a:ln>
                  <a:noFill/>
                </a:ln>
              </a:rPr>
              <a:t> </a:t>
            </a:r>
          </a:p>
        </p:txBody>
      </p:sp>
      <p:graphicFrame>
        <p:nvGraphicFramePr>
          <p:cNvPr id="20496" name="Rectangle 3">
            <a:extLst>
              <a:ext uri="{FF2B5EF4-FFF2-40B4-BE49-F238E27FC236}">
                <a16:creationId xmlns:a16="http://schemas.microsoft.com/office/drawing/2014/main" id="{47498917-99FE-ED57-7C60-2034E3AC535B}"/>
              </a:ext>
            </a:extLst>
          </p:cNvPr>
          <p:cNvGraphicFramePr>
            <a:graphicFrameLocks noGrp="1"/>
          </p:cNvGraphicFramePr>
          <p:nvPr>
            <p:ph idx="1"/>
          </p:nvPr>
        </p:nvGraphicFramePr>
        <p:xfrm>
          <a:off x="1176338" y="2490788"/>
          <a:ext cx="6799262" cy="34448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ED56E41F-B8E0-4D18-B554-FD40260DE0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29" name="Group 5128">
            <a:extLst>
              <a:ext uri="{FF2B5EF4-FFF2-40B4-BE49-F238E27FC236}">
                <a16:creationId xmlns:a16="http://schemas.microsoft.com/office/drawing/2014/main" id="{2DB31E17-E562-4F82-98D0-858C84120F3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02" y="0"/>
            <a:ext cx="9172471" cy="6856214"/>
            <a:chOff x="-15736" y="0"/>
            <a:chExt cx="12229962" cy="6856214"/>
          </a:xfrm>
        </p:grpSpPr>
        <p:pic>
          <p:nvPicPr>
            <p:cNvPr id="5130" name="Picture 5129">
              <a:extLst>
                <a:ext uri="{FF2B5EF4-FFF2-40B4-BE49-F238E27FC236}">
                  <a16:creationId xmlns:a16="http://schemas.microsoft.com/office/drawing/2014/main" id="{58BF3B07-5EF6-4E5B-834E-C1398DB60AD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5131" name="Rectangle 5130">
              <a:extLst>
                <a:ext uri="{FF2B5EF4-FFF2-40B4-BE49-F238E27FC236}">
                  <a16:creationId xmlns:a16="http://schemas.microsoft.com/office/drawing/2014/main" id="{3DDA1859-D108-4C60-B38B-C85485AB38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5132" name="Picture 5131">
              <a:extLst>
                <a:ext uri="{FF2B5EF4-FFF2-40B4-BE49-F238E27FC236}">
                  <a16:creationId xmlns:a16="http://schemas.microsoft.com/office/drawing/2014/main" id="{E498EA77-084B-43CC-B94D-566F1D8E1EE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5133" name="Picture 5132">
              <a:extLst>
                <a:ext uri="{FF2B5EF4-FFF2-40B4-BE49-F238E27FC236}">
                  <a16:creationId xmlns:a16="http://schemas.microsoft.com/office/drawing/2014/main" id="{99B16D3F-47E8-419E-9C4E-ED6FC918FBB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5122" name="Rectangle 2"/>
          <p:cNvSpPr>
            <a:spLocks noGrp="1" noChangeArrowheads="1"/>
          </p:cNvSpPr>
          <p:nvPr>
            <p:ph type="title"/>
          </p:nvPr>
        </p:nvSpPr>
        <p:spPr>
          <a:xfrm>
            <a:off x="5651868" y="982132"/>
            <a:ext cx="2520579" cy="1303867"/>
          </a:xfrm>
        </p:spPr>
        <p:txBody>
          <a:bodyPr>
            <a:normAutofit/>
          </a:bodyPr>
          <a:lstStyle/>
          <a:p>
            <a:pPr eaLnBrk="1" hangingPunct="1"/>
            <a:r>
              <a:rPr lang="en-US" sz="3700" b="1"/>
              <a:t>Face Biometrics</a:t>
            </a:r>
            <a:endParaRPr lang="en-GB" sz="3700" b="1"/>
          </a:p>
        </p:txBody>
      </p:sp>
      <p:sp>
        <p:nvSpPr>
          <p:cNvPr id="5135" name="Rectangle 5134">
            <a:extLst>
              <a:ext uri="{FF2B5EF4-FFF2-40B4-BE49-F238E27FC236}">
                <a16:creationId xmlns:a16="http://schemas.microsoft.com/office/drawing/2014/main" id="{23E937B9-07EE-456A-A31C-41A8866E2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482" y="1092200"/>
            <a:ext cx="4457015" cy="451510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9512" y="2325083"/>
            <a:ext cx="3959083" cy="2029030"/>
          </a:xfrm>
          <a:prstGeom prst="rect">
            <a:avLst/>
          </a:prstGeom>
        </p:spPr>
      </p:pic>
      <p:cxnSp>
        <p:nvCxnSpPr>
          <p:cNvPr id="5137" name="Straight Connector 5136">
            <a:extLst>
              <a:ext uri="{FF2B5EF4-FFF2-40B4-BE49-F238E27FC236}">
                <a16:creationId xmlns:a16="http://schemas.microsoft.com/office/drawing/2014/main" id="{FD2308B7-2829-44DD-B213-27EEBDED14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40066" y="2400639"/>
            <a:ext cx="2532381"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Content Placeholder 1"/>
          <p:cNvSpPr>
            <a:spLocks noGrp="1"/>
          </p:cNvSpPr>
          <p:nvPr>
            <p:ph idx="1"/>
          </p:nvPr>
        </p:nvSpPr>
        <p:spPr>
          <a:xfrm>
            <a:off x="5651868" y="2556932"/>
            <a:ext cx="2520578" cy="3318936"/>
          </a:xfrm>
        </p:spPr>
        <p:txBody>
          <a:bodyPr>
            <a:normAutofit/>
          </a:bodyPr>
          <a:lstStyle/>
          <a:p>
            <a:pPr>
              <a:lnSpc>
                <a:spcPct val="90000"/>
              </a:lnSpc>
            </a:pPr>
            <a:r>
              <a:rPr lang="en-US" sz="2000"/>
              <a:t>It is the most popular biometrics.</a:t>
            </a:r>
          </a:p>
          <a:p>
            <a:pPr>
              <a:lnSpc>
                <a:spcPct val="90000"/>
              </a:lnSpc>
            </a:pPr>
            <a:r>
              <a:rPr lang="en-US" sz="2000"/>
              <a:t>It is used by everyone every day.</a:t>
            </a:r>
          </a:p>
          <a:p>
            <a:pPr>
              <a:lnSpc>
                <a:spcPct val="90000"/>
              </a:lnSpc>
            </a:pPr>
            <a:r>
              <a:rPr lang="en-US" sz="2000"/>
              <a:t>The first defining characteristic that we use to identify someone.</a:t>
            </a:r>
          </a:p>
        </p:txBody>
      </p:sp>
    </p:spTree>
    <p:extLst>
      <p:ext uri="{BB962C8B-B14F-4D97-AF65-F5344CB8AC3E}">
        <p14:creationId xmlns:p14="http://schemas.microsoft.com/office/powerpoint/2010/main" val="1195193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BDF61640-4BA2-4D8F-A789-6FC6914925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53" name="Group 6152">
            <a:extLst>
              <a:ext uri="{FF2B5EF4-FFF2-40B4-BE49-F238E27FC236}">
                <a16:creationId xmlns:a16="http://schemas.microsoft.com/office/drawing/2014/main" id="{84C38491-7C9C-4C3A-8CBA-06C361D29CD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02" y="0"/>
            <a:ext cx="9172471" cy="6856214"/>
            <a:chOff x="-15736" y="0"/>
            <a:chExt cx="12229962" cy="6856214"/>
          </a:xfrm>
        </p:grpSpPr>
        <p:pic>
          <p:nvPicPr>
            <p:cNvPr id="6154" name="Picture 6153">
              <a:extLst>
                <a:ext uri="{FF2B5EF4-FFF2-40B4-BE49-F238E27FC236}">
                  <a16:creationId xmlns:a16="http://schemas.microsoft.com/office/drawing/2014/main" id="{E5974E1A-4BF7-4DF7-8270-15606B1FA7B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6155" name="Rectangle 6154">
              <a:extLst>
                <a:ext uri="{FF2B5EF4-FFF2-40B4-BE49-F238E27FC236}">
                  <a16:creationId xmlns:a16="http://schemas.microsoft.com/office/drawing/2014/main" id="{6663E7F0-D1DE-47EB-8F53-AB65CC95D8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6156" name="Picture 6155">
              <a:extLst>
                <a:ext uri="{FF2B5EF4-FFF2-40B4-BE49-F238E27FC236}">
                  <a16:creationId xmlns:a16="http://schemas.microsoft.com/office/drawing/2014/main" id="{2C0FF710-A6EC-4874-9F78-FAD4C11F0F2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6157" name="Picture 6156">
              <a:extLst>
                <a:ext uri="{FF2B5EF4-FFF2-40B4-BE49-F238E27FC236}">
                  <a16:creationId xmlns:a16="http://schemas.microsoft.com/office/drawing/2014/main" id="{157C5618-5497-41BE-96DA-C242CF6C230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6146" name="Rectangle 2"/>
          <p:cNvSpPr>
            <a:spLocks noGrp="1" noChangeArrowheads="1"/>
          </p:cNvSpPr>
          <p:nvPr>
            <p:ph type="title"/>
          </p:nvPr>
        </p:nvSpPr>
        <p:spPr>
          <a:xfrm>
            <a:off x="3057168" y="982132"/>
            <a:ext cx="5127498" cy="1303867"/>
          </a:xfrm>
        </p:spPr>
        <p:txBody>
          <a:bodyPr>
            <a:normAutofit/>
          </a:bodyPr>
          <a:lstStyle/>
          <a:p>
            <a:pPr eaLnBrk="1" hangingPunct="1"/>
            <a:r>
              <a:rPr lang="en-US" b="1"/>
              <a:t>Face Biometrics</a:t>
            </a:r>
            <a:endParaRPr lang="en-GB" b="1"/>
          </a:p>
        </p:txBody>
      </p:sp>
      <p:sp>
        <p:nvSpPr>
          <p:cNvPr id="6159" name="Rectangle 6158">
            <a:extLst>
              <a:ext uri="{FF2B5EF4-FFF2-40B4-BE49-F238E27FC236}">
                <a16:creationId xmlns:a16="http://schemas.microsoft.com/office/drawing/2014/main" id="{E486850E-B8A1-49A8-8191-E022DF9ED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483" y="1092200"/>
            <a:ext cx="1969821" cy="453542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77111" y="1255007"/>
            <a:ext cx="833232" cy="1301925"/>
          </a:xfrm>
          <a:prstGeom prst="rect">
            <a:avLst/>
          </a:prstGeom>
        </p:spPr>
      </p:pic>
      <p:cxnSp>
        <p:nvCxnSpPr>
          <p:cNvPr id="6161" name="Straight Connector 6160">
            <a:extLst>
              <a:ext uri="{FF2B5EF4-FFF2-40B4-BE49-F238E27FC236}">
                <a16:creationId xmlns:a16="http://schemas.microsoft.com/office/drawing/2014/main" id="{534633C6-DD5A-4893-BD2E-CC579C5001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89197" y="2400639"/>
            <a:ext cx="4663440" cy="0"/>
          </a:xfrm>
          <a:prstGeom prst="line">
            <a:avLst/>
          </a:prstGeom>
        </p:spPr>
        <p:style>
          <a:lnRef idx="2">
            <a:schemeClr val="accent1"/>
          </a:lnRef>
          <a:fillRef idx="0">
            <a:schemeClr val="accent1"/>
          </a:fillRef>
          <a:effectRef idx="1">
            <a:schemeClr val="accent1"/>
          </a:effectRef>
          <a:fontRef idx="minor">
            <a:schemeClr val="tx1"/>
          </a:fontRef>
        </p:style>
      </p:cxnSp>
      <p:pic>
        <p:nvPicPr>
          <p:cNvPr id="4" name="Picture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2927" y="2714258"/>
            <a:ext cx="1701601" cy="1165597"/>
          </a:xfrm>
          <a:prstGeom prst="rect">
            <a:avLst/>
          </a:prstGeom>
        </p:spPr>
      </p:pic>
      <p:pic>
        <p:nvPicPr>
          <p:cNvPr id="5" name="Picture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2927" y="4167307"/>
            <a:ext cx="1701601" cy="1157089"/>
          </a:xfrm>
          <a:prstGeom prst="rect">
            <a:avLst/>
          </a:prstGeom>
        </p:spPr>
      </p:pic>
      <p:sp>
        <p:nvSpPr>
          <p:cNvPr id="2" name="Content Placeholder 1"/>
          <p:cNvSpPr>
            <a:spLocks noGrp="1"/>
          </p:cNvSpPr>
          <p:nvPr>
            <p:ph idx="1"/>
          </p:nvPr>
        </p:nvSpPr>
        <p:spPr>
          <a:xfrm>
            <a:off x="3055392" y="2556932"/>
            <a:ext cx="5131049" cy="3318936"/>
          </a:xfrm>
        </p:spPr>
        <p:txBody>
          <a:bodyPr>
            <a:normAutofit/>
          </a:bodyPr>
          <a:lstStyle/>
          <a:p>
            <a:r>
              <a:rPr lang="en-US" sz="1700"/>
              <a:t>Example: for Malaysian, the IC (identity card) contains the photo IDs (picture of the person face) to proof the identity.</a:t>
            </a:r>
          </a:p>
          <a:p>
            <a:endParaRPr lang="en-US" sz="1700"/>
          </a:p>
        </p:txBody>
      </p:sp>
    </p:spTree>
    <p:extLst>
      <p:ext uri="{BB962C8B-B14F-4D97-AF65-F5344CB8AC3E}">
        <p14:creationId xmlns:p14="http://schemas.microsoft.com/office/powerpoint/2010/main" val="1749570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71551" y="982132"/>
            <a:ext cx="7200897" cy="1303867"/>
          </a:xfrm>
        </p:spPr>
        <p:txBody>
          <a:bodyPr>
            <a:normAutofit/>
          </a:bodyPr>
          <a:lstStyle/>
          <a:p>
            <a:pPr eaLnBrk="1" hangingPunct="1"/>
            <a:r>
              <a:rPr lang="en-US" b="1"/>
              <a:t>Face Recognition</a:t>
            </a:r>
            <a:endParaRPr lang="en-GB" b="1"/>
          </a:p>
        </p:txBody>
      </p:sp>
      <p:graphicFrame>
        <p:nvGraphicFramePr>
          <p:cNvPr id="7172" name="Content Placeholder 1">
            <a:extLst>
              <a:ext uri="{FF2B5EF4-FFF2-40B4-BE49-F238E27FC236}">
                <a16:creationId xmlns:a16="http://schemas.microsoft.com/office/drawing/2014/main" id="{67BBA4CD-5C2D-F8C3-686E-2CF812033A5C}"/>
              </a:ext>
            </a:extLst>
          </p:cNvPr>
          <p:cNvGraphicFramePr>
            <a:graphicFrameLocks noGrp="1"/>
          </p:cNvGraphicFramePr>
          <p:nvPr>
            <p:ph idx="1"/>
            <p:extLst>
              <p:ext uri="{D42A27DB-BD31-4B8C-83A1-F6EECF244321}">
                <p14:modId xmlns:p14="http://schemas.microsoft.com/office/powerpoint/2010/main" val="4082284317"/>
              </p:ext>
            </p:extLst>
          </p:nvPr>
        </p:nvGraphicFramePr>
        <p:xfrm>
          <a:off x="971550" y="2772384"/>
          <a:ext cx="7200897" cy="2874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12511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71551" y="982132"/>
            <a:ext cx="7200897" cy="1303867"/>
          </a:xfrm>
        </p:spPr>
        <p:txBody>
          <a:bodyPr>
            <a:normAutofit/>
          </a:bodyPr>
          <a:lstStyle/>
          <a:p>
            <a:pPr eaLnBrk="1" hangingPunct="1"/>
            <a:r>
              <a:rPr lang="en-US" b="1"/>
              <a:t>Face Recognition</a:t>
            </a:r>
            <a:endParaRPr lang="en-GB" b="1"/>
          </a:p>
        </p:txBody>
      </p:sp>
      <p:graphicFrame>
        <p:nvGraphicFramePr>
          <p:cNvPr id="8196" name="Content Placeholder 1">
            <a:extLst>
              <a:ext uri="{FF2B5EF4-FFF2-40B4-BE49-F238E27FC236}">
                <a16:creationId xmlns:a16="http://schemas.microsoft.com/office/drawing/2014/main" id="{053DC1A9-09EA-7C02-09D0-38D2A61C5892}"/>
              </a:ext>
            </a:extLst>
          </p:cNvPr>
          <p:cNvGraphicFramePr>
            <a:graphicFrameLocks noGrp="1"/>
          </p:cNvGraphicFramePr>
          <p:nvPr>
            <p:ph idx="1"/>
            <p:extLst>
              <p:ext uri="{D42A27DB-BD31-4B8C-83A1-F6EECF244321}">
                <p14:modId xmlns:p14="http://schemas.microsoft.com/office/powerpoint/2010/main" val="2202053420"/>
              </p:ext>
            </p:extLst>
          </p:nvPr>
        </p:nvGraphicFramePr>
        <p:xfrm>
          <a:off x="971550" y="2772384"/>
          <a:ext cx="7200897" cy="2874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2967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DC878D9A-77BE-4701-AE3D-EEFC53CD5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5" name="Rectangle 9224">
            <a:extLst>
              <a:ext uri="{FF2B5EF4-FFF2-40B4-BE49-F238E27FC236}">
                <a16:creationId xmlns:a16="http://schemas.microsoft.com/office/drawing/2014/main" id="{F643BE08-0ED1-4B73-AC6D-B7E26A59C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997" y="469900"/>
            <a:ext cx="2771251" cy="5918200"/>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7" name="Rectangle 9226">
            <a:extLst>
              <a:ext uri="{FF2B5EF4-FFF2-40B4-BE49-F238E27FC236}">
                <a16:creationId xmlns:a16="http://schemas.microsoft.com/office/drawing/2014/main" id="{956B2094-7FC0-45FC-BFED-3CB88CEE6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751" y="635508"/>
            <a:ext cx="2523744"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MY"/>
          </a:p>
        </p:txBody>
      </p:sp>
      <p:sp>
        <p:nvSpPr>
          <p:cNvPr id="9218" name="Rectangle 2"/>
          <p:cNvSpPr>
            <a:spLocks noGrp="1" noChangeArrowheads="1"/>
          </p:cNvSpPr>
          <p:nvPr>
            <p:ph type="title"/>
          </p:nvPr>
        </p:nvSpPr>
        <p:spPr>
          <a:xfrm>
            <a:off x="714081" y="954756"/>
            <a:ext cx="2047810" cy="4946003"/>
          </a:xfrm>
        </p:spPr>
        <p:txBody>
          <a:bodyPr>
            <a:normAutofit/>
          </a:bodyPr>
          <a:lstStyle/>
          <a:p>
            <a:pPr eaLnBrk="1" hangingPunct="1"/>
            <a:r>
              <a:rPr lang="en-US" sz="2800" b="1">
                <a:solidFill>
                  <a:srgbClr val="FFFFFF"/>
                </a:solidFill>
              </a:rPr>
              <a:t>Face Recognition</a:t>
            </a:r>
          </a:p>
        </p:txBody>
      </p:sp>
      <p:sp>
        <p:nvSpPr>
          <p:cNvPr id="9229" name="Rectangle 9228">
            <a:extLst>
              <a:ext uri="{FF2B5EF4-FFF2-40B4-BE49-F238E27FC236}">
                <a16:creationId xmlns:a16="http://schemas.microsoft.com/office/drawing/2014/main" id="{07A4B640-BB7F-4272-A710-068DBA9F9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2" y="0"/>
            <a:ext cx="5653278" cy="6858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p:cNvSpPr>
            <a:spLocks noGrp="1"/>
          </p:cNvSpPr>
          <p:nvPr>
            <p:ph idx="1"/>
          </p:nvPr>
        </p:nvSpPr>
        <p:spPr>
          <a:xfrm>
            <a:off x="3855700" y="469900"/>
            <a:ext cx="4465223" cy="5405968"/>
          </a:xfrm>
        </p:spPr>
        <p:txBody>
          <a:bodyPr anchor="ctr">
            <a:normAutofit/>
          </a:bodyPr>
          <a:lstStyle/>
          <a:p>
            <a:r>
              <a:rPr lang="en-US"/>
              <a:t>Strengths:</a:t>
            </a:r>
          </a:p>
          <a:p>
            <a:pPr lvl="1"/>
            <a:r>
              <a:rPr lang="en-US"/>
              <a:t>Has the ability to leverage existing image acquisition equipment.</a:t>
            </a:r>
          </a:p>
          <a:p>
            <a:pPr lvl="1"/>
            <a:r>
              <a:rPr lang="en-US"/>
              <a:t>Can search against static images such as driver’s license photographs.</a:t>
            </a:r>
          </a:p>
          <a:p>
            <a:pPr lvl="1"/>
            <a:r>
              <a:rPr lang="en-US"/>
              <a:t>The only biometric able to operate without user cooperation.</a:t>
            </a:r>
          </a:p>
          <a:p>
            <a:endParaRPr lang="en-US" dirty="0"/>
          </a:p>
        </p:txBody>
      </p:sp>
    </p:spTree>
    <p:extLst>
      <p:ext uri="{BB962C8B-B14F-4D97-AF65-F5344CB8AC3E}">
        <p14:creationId xmlns:p14="http://schemas.microsoft.com/office/powerpoint/2010/main" val="1358656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DC878D9A-77BE-4701-AE3D-EEFC53CD5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9" name="Rectangle 10248">
            <a:extLst>
              <a:ext uri="{FF2B5EF4-FFF2-40B4-BE49-F238E27FC236}">
                <a16:creationId xmlns:a16="http://schemas.microsoft.com/office/drawing/2014/main" id="{F643BE08-0ED1-4B73-AC6D-B7E26A59C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997" y="469900"/>
            <a:ext cx="2771251" cy="5918200"/>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1" name="Rectangle 10250">
            <a:extLst>
              <a:ext uri="{FF2B5EF4-FFF2-40B4-BE49-F238E27FC236}">
                <a16:creationId xmlns:a16="http://schemas.microsoft.com/office/drawing/2014/main" id="{956B2094-7FC0-45FC-BFED-3CB88CEE6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751" y="635508"/>
            <a:ext cx="2523744"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MY"/>
          </a:p>
        </p:txBody>
      </p:sp>
      <p:sp>
        <p:nvSpPr>
          <p:cNvPr id="10242" name="Rectangle 2"/>
          <p:cNvSpPr>
            <a:spLocks noGrp="1" noChangeArrowheads="1"/>
          </p:cNvSpPr>
          <p:nvPr>
            <p:ph type="title"/>
          </p:nvPr>
        </p:nvSpPr>
        <p:spPr>
          <a:xfrm>
            <a:off x="714081" y="954756"/>
            <a:ext cx="2047810" cy="4946003"/>
          </a:xfrm>
        </p:spPr>
        <p:txBody>
          <a:bodyPr>
            <a:normAutofit/>
          </a:bodyPr>
          <a:lstStyle/>
          <a:p>
            <a:pPr eaLnBrk="1" hangingPunct="1"/>
            <a:r>
              <a:rPr lang="en-US" sz="2800" b="1">
                <a:solidFill>
                  <a:srgbClr val="FFFFFF"/>
                </a:solidFill>
              </a:rPr>
              <a:t>Face Recognition</a:t>
            </a:r>
            <a:endParaRPr lang="en-GB" sz="2800" b="1">
              <a:solidFill>
                <a:srgbClr val="FFFFFF"/>
              </a:solidFill>
            </a:endParaRPr>
          </a:p>
        </p:txBody>
      </p:sp>
      <p:sp>
        <p:nvSpPr>
          <p:cNvPr id="10253" name="Rectangle 10252">
            <a:extLst>
              <a:ext uri="{FF2B5EF4-FFF2-40B4-BE49-F238E27FC236}">
                <a16:creationId xmlns:a16="http://schemas.microsoft.com/office/drawing/2014/main" id="{07A4B640-BB7F-4272-A710-068DBA9F9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2" y="0"/>
            <a:ext cx="5653278" cy="6858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p:cNvSpPr>
            <a:spLocks noGrp="1"/>
          </p:cNvSpPr>
          <p:nvPr>
            <p:ph idx="1"/>
          </p:nvPr>
        </p:nvSpPr>
        <p:spPr>
          <a:xfrm>
            <a:off x="3855700" y="469900"/>
            <a:ext cx="4465223" cy="5405968"/>
          </a:xfrm>
        </p:spPr>
        <p:txBody>
          <a:bodyPr anchor="ctr">
            <a:normAutofit/>
          </a:bodyPr>
          <a:lstStyle/>
          <a:p>
            <a:r>
              <a:rPr lang="en-US"/>
              <a:t>Weaknesses:</a:t>
            </a:r>
          </a:p>
          <a:p>
            <a:pPr lvl="1"/>
            <a:r>
              <a:rPr lang="en-US"/>
              <a:t>Changes in acquisition environment reduce matching accuracy.</a:t>
            </a:r>
          </a:p>
          <a:p>
            <a:pPr lvl="1"/>
            <a:r>
              <a:rPr lang="en-US"/>
              <a:t>Changes in physiological characteristics reduce matching accuracy.</a:t>
            </a:r>
          </a:p>
          <a:p>
            <a:pPr lvl="1"/>
            <a:r>
              <a:rPr lang="en-US"/>
              <a:t>Has potential for privacy abuse due to non-cooperative enrollment &amp; identification capabilities.</a:t>
            </a:r>
          </a:p>
          <a:p>
            <a:endParaRPr lang="en-US" dirty="0"/>
          </a:p>
        </p:txBody>
      </p:sp>
    </p:spTree>
    <p:extLst>
      <p:ext uri="{BB962C8B-B14F-4D97-AF65-F5344CB8AC3E}">
        <p14:creationId xmlns:p14="http://schemas.microsoft.com/office/powerpoint/2010/main" val="2349819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11272" name="Group 11271">
            <a:extLst>
              <a:ext uri="{FF2B5EF4-FFF2-40B4-BE49-F238E27FC236}">
                <a16:creationId xmlns:a16="http://schemas.microsoft.com/office/drawing/2014/main" id="{749C117F-F390-437B-ADB0-57E87EFF34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700" y="0"/>
            <a:ext cx="9173369" cy="6856214"/>
            <a:chOff x="-16934" y="0"/>
            <a:chExt cx="12231160" cy="6856214"/>
          </a:xfrm>
        </p:grpSpPr>
        <p:pic>
          <p:nvPicPr>
            <p:cNvPr id="11273" name="Picture 11272">
              <a:extLst>
                <a:ext uri="{FF2B5EF4-FFF2-40B4-BE49-F238E27FC236}">
                  <a16:creationId xmlns:a16="http://schemas.microsoft.com/office/drawing/2014/main" id="{A7EF42F8-2417-49A6-95CE-DE9503B0AA6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1274" name="Rectangle 11273">
              <a:extLst>
                <a:ext uri="{FF2B5EF4-FFF2-40B4-BE49-F238E27FC236}">
                  <a16:creationId xmlns:a16="http://schemas.microsoft.com/office/drawing/2014/main" id="{AC6F623B-2003-4AED-B02F-541A150EC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11275" name="Picture 11274">
              <a:extLst>
                <a:ext uri="{FF2B5EF4-FFF2-40B4-BE49-F238E27FC236}">
                  <a16:creationId xmlns:a16="http://schemas.microsoft.com/office/drawing/2014/main" id="{CD11837A-4F3D-419F-ACE2-E80B1EA2846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1276" name="Picture 11275">
              <a:extLst>
                <a:ext uri="{FF2B5EF4-FFF2-40B4-BE49-F238E27FC236}">
                  <a16:creationId xmlns:a16="http://schemas.microsoft.com/office/drawing/2014/main" id="{B9411D1A-7E2C-4A36-BE32-BF7A8E13072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11278" name="Straight Connector 11277">
            <a:extLst>
              <a:ext uri="{FF2B5EF4-FFF2-40B4-BE49-F238E27FC236}">
                <a16:creationId xmlns:a16="http://schemas.microsoft.com/office/drawing/2014/main" id="{20742BC3-654B-4E41-9A6A-73A42E4776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019299" y="3522131"/>
            <a:ext cx="5111751"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11280" name="Rectangle 11279">
            <a:extLst>
              <a:ext uri="{FF2B5EF4-FFF2-40B4-BE49-F238E27FC236}">
                <a16:creationId xmlns:a16="http://schemas.microsoft.com/office/drawing/2014/main" id="{1755C732-3264-4614-8316-41F7548371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282" name="Group 11281">
            <a:extLst>
              <a:ext uri="{FF2B5EF4-FFF2-40B4-BE49-F238E27FC236}">
                <a16:creationId xmlns:a16="http://schemas.microsoft.com/office/drawing/2014/main" id="{59C7C6ED-4EA1-4532-A820-59A8ADEEE0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9172471" cy="6856214"/>
            <a:chOff x="-15736" y="0"/>
            <a:chExt cx="12229962" cy="6856214"/>
          </a:xfrm>
        </p:grpSpPr>
        <p:pic>
          <p:nvPicPr>
            <p:cNvPr id="11283" name="Picture 11282">
              <a:extLst>
                <a:ext uri="{FF2B5EF4-FFF2-40B4-BE49-F238E27FC236}">
                  <a16:creationId xmlns:a16="http://schemas.microsoft.com/office/drawing/2014/main" id="{3A197BB7-B689-4B37-8BE2-FC23F6ED649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1284" name="Rectangle 11283">
              <a:extLst>
                <a:ext uri="{FF2B5EF4-FFF2-40B4-BE49-F238E27FC236}">
                  <a16:creationId xmlns:a16="http://schemas.microsoft.com/office/drawing/2014/main" id="{E93E4556-7891-471E-B9B7-A38508C75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11285" name="Picture 11284">
              <a:extLst>
                <a:ext uri="{FF2B5EF4-FFF2-40B4-BE49-F238E27FC236}">
                  <a16:creationId xmlns:a16="http://schemas.microsoft.com/office/drawing/2014/main" id="{6F9C6176-D87B-4D8F-8BC3-FE6DF55C4ED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286" name="Picture 11285">
              <a:extLst>
                <a:ext uri="{FF2B5EF4-FFF2-40B4-BE49-F238E27FC236}">
                  <a16:creationId xmlns:a16="http://schemas.microsoft.com/office/drawing/2014/main" id="{B838BA48-DDFB-46B3-9EF6-031C91D2792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11266" name="Rectangle 2"/>
          <p:cNvSpPr>
            <a:spLocks noGrp="1" noChangeArrowheads="1"/>
          </p:cNvSpPr>
          <p:nvPr>
            <p:ph type="title"/>
          </p:nvPr>
        </p:nvSpPr>
        <p:spPr>
          <a:xfrm>
            <a:off x="826964" y="4404852"/>
            <a:ext cx="7492258" cy="1054745"/>
          </a:xfrm>
        </p:spPr>
        <p:txBody>
          <a:bodyPr vert="horz" lIns="91440" tIns="45720" rIns="91440" bIns="45720" rtlCol="0" anchor="b">
            <a:normAutofit/>
          </a:bodyPr>
          <a:lstStyle/>
          <a:p>
            <a:pPr eaLnBrk="1" hangingPunct="1"/>
            <a:r>
              <a:rPr lang="en-US" sz="5000" b="1"/>
              <a:t>Face Recognition System</a:t>
            </a:r>
          </a:p>
        </p:txBody>
      </p:sp>
      <p:sp>
        <p:nvSpPr>
          <p:cNvPr id="11288" name="Rectangle 11287">
            <a:extLst>
              <a:ext uri="{FF2B5EF4-FFF2-40B4-BE49-F238E27FC236}">
                <a16:creationId xmlns:a16="http://schemas.microsoft.com/office/drawing/2014/main" id="{4AD786D6-2C42-45AF-888B-F2038C4D0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483" y="1092200"/>
            <a:ext cx="7499739" cy="3128346"/>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7" name="Picture 5" descr="blockdiagram"/>
          <p:cNvPicPr>
            <a:picLocks noGrp="1" noChangeAspect="1" noChangeArrowheads="1"/>
          </p:cNvPicPr>
          <p:nvPr>
            <p:ph idx="4294967295"/>
          </p:nvPr>
        </p:nvPicPr>
        <p:blipFill>
          <a:blip r:embed="rId7">
            <a:extLst>
              <a:ext uri="{28A0092B-C50C-407E-A947-70E740481C1C}">
                <a14:useLocalDpi xmlns:a14="http://schemas.microsoft.com/office/drawing/2010/main" val="0"/>
              </a:ext>
            </a:extLst>
          </a:blip>
          <a:stretch>
            <a:fillRect/>
          </a:stretch>
        </p:blipFill>
        <p:spPr>
          <a:xfrm>
            <a:off x="1584386" y="1410207"/>
            <a:ext cx="5979999" cy="2455875"/>
          </a:xfrm>
          <a:prstGeom prst="rect">
            <a:avLst/>
          </a:prstGeom>
          <a:noFill/>
        </p:spPr>
      </p:pic>
      <p:cxnSp>
        <p:nvCxnSpPr>
          <p:cNvPr id="11290" name="Straight Connector 11289">
            <a:extLst>
              <a:ext uri="{FF2B5EF4-FFF2-40B4-BE49-F238E27FC236}">
                <a16:creationId xmlns:a16="http://schemas.microsoft.com/office/drawing/2014/main" id="{B8D6659D-FA60-4C6D-A9F6-063E294AA15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73836" y="5501254"/>
            <a:ext cx="7202795"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6862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b="1">
                <a:solidFill>
                  <a:schemeClr val="tx1"/>
                </a:solidFill>
              </a:rPr>
              <a:t>Face Recognition System</a:t>
            </a:r>
            <a:endParaRPr lang="en-GB" b="1" dirty="0">
              <a:solidFill>
                <a:schemeClr val="tx1"/>
              </a:solidFill>
            </a:endParaRPr>
          </a:p>
        </p:txBody>
      </p:sp>
      <p:sp>
        <p:nvSpPr>
          <p:cNvPr id="2" name="Content Placeholder 1"/>
          <p:cNvSpPr>
            <a:spLocks noGrp="1"/>
          </p:cNvSpPr>
          <p:nvPr>
            <p:ph idx="1"/>
          </p:nvPr>
        </p:nvSpPr>
        <p:spPr/>
        <p:txBody>
          <a:bodyPr/>
          <a:lstStyle/>
          <a:p>
            <a:pPr marL="457200" indent="-457200">
              <a:buFont typeface="+mj-lt"/>
              <a:buAutoNum type="arabicPeriod"/>
            </a:pPr>
            <a:r>
              <a:rPr lang="en-US" dirty="0"/>
              <a:t>When an input image is presented to the face recognition system, the system first performs face detection and facial landmark detection, e.g.: the detection of the centers of the eyes.</a:t>
            </a:r>
          </a:p>
          <a:p>
            <a:pPr marL="457200" indent="-457200">
              <a:buFont typeface="+mj-lt"/>
              <a:buAutoNum type="arabicPeriod"/>
            </a:pPr>
            <a:r>
              <a:rPr lang="en-US" dirty="0"/>
              <a:t>The system then implements the normalization and cropping procedures, which perform the following three tasks:</a:t>
            </a:r>
          </a:p>
          <a:p>
            <a:endParaRPr lang="en-US" dirty="0"/>
          </a:p>
        </p:txBody>
      </p:sp>
    </p:spTree>
    <p:extLst>
      <p:ext uri="{BB962C8B-B14F-4D97-AF65-F5344CB8AC3E}">
        <p14:creationId xmlns:p14="http://schemas.microsoft.com/office/powerpoint/2010/main" val="4286884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chemeClr val="tx1"/>
                </a:solidFill>
              </a:rPr>
              <a:t>Face Recognition System: </a:t>
            </a:r>
            <a:r>
              <a:rPr lang="en-US" sz="2800" b="1">
                <a:solidFill>
                  <a:schemeClr val="tx1"/>
                </a:solidFill>
              </a:rPr>
              <a:t>N</a:t>
            </a:r>
            <a:r>
              <a:rPr lang="en-US" sz="2800" b="1"/>
              <a:t>ormalization and Cropping Procedures</a:t>
            </a:r>
            <a:endParaRPr lang="en-US" b="1" dirty="0"/>
          </a:p>
        </p:txBody>
      </p:sp>
      <p:sp>
        <p:nvSpPr>
          <p:cNvPr id="3" name="Content Placeholder 2"/>
          <p:cNvSpPr>
            <a:spLocks noGrp="1"/>
          </p:cNvSpPr>
          <p:nvPr>
            <p:ph idx="1"/>
          </p:nvPr>
        </p:nvSpPr>
        <p:spPr>
          <a:xfrm>
            <a:off x="685800" y="2490788"/>
            <a:ext cx="7315200" cy="3444875"/>
          </a:xfrm>
        </p:spPr>
        <p:txBody>
          <a:bodyPr/>
          <a:lstStyle/>
          <a:p>
            <a:pPr lvl="1"/>
            <a:r>
              <a:rPr lang="en-US" b="1"/>
              <a:t>Spatial normalization </a:t>
            </a:r>
            <a:r>
              <a:rPr lang="en-US"/>
              <a:t>– aligns the centers of the eyes to predefined locations &amp; fixes the number of pixels between the eyes (interocular distance) via rotation &amp; scaling transformations.</a:t>
            </a:r>
          </a:p>
          <a:p>
            <a:pPr lvl="1"/>
            <a:r>
              <a:rPr lang="en-US" b="1"/>
              <a:t>Facial region extraction </a:t>
            </a:r>
            <a:r>
              <a:rPr lang="en-US"/>
              <a:t>– crops the facial region that contains only the face, so that the performance of face recognition is not affected by the factors not related to face itself, e.g.: hair styles.</a:t>
            </a:r>
          </a:p>
          <a:p>
            <a:pPr lvl="1"/>
            <a:r>
              <a:rPr lang="en-US" b="1"/>
              <a:t>Intensity normalization </a:t>
            </a:r>
            <a:r>
              <a:rPr lang="en-US"/>
              <a:t>– converts the facial region to a vector by concatenating its rows (or columns), then normalizes the pixels in the vector to zero mean and unit variance.</a:t>
            </a:r>
          </a:p>
          <a:p>
            <a:pPr lvl="1"/>
            <a:endParaRPr lang="en-US"/>
          </a:p>
          <a:p>
            <a:endParaRPr lang="en-US" dirty="0"/>
          </a:p>
        </p:txBody>
      </p:sp>
    </p:spTree>
    <p:extLst>
      <p:ext uri="{BB962C8B-B14F-4D97-AF65-F5344CB8AC3E}">
        <p14:creationId xmlns:p14="http://schemas.microsoft.com/office/powerpoint/2010/main" val="1867119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b="1" dirty="0">
                <a:solidFill>
                  <a:schemeClr val="tx1"/>
                </a:solidFill>
              </a:rPr>
              <a:t>Face Recognition System</a:t>
            </a:r>
            <a:endParaRPr lang="en-GB" b="1" dirty="0">
              <a:solidFill>
                <a:schemeClr val="tx1"/>
              </a:solidFill>
            </a:endParaRPr>
          </a:p>
        </p:txBody>
      </p:sp>
      <p:sp>
        <p:nvSpPr>
          <p:cNvPr id="2" name="Content Placeholder 1"/>
          <p:cNvSpPr>
            <a:spLocks noGrp="1"/>
          </p:cNvSpPr>
          <p:nvPr>
            <p:ph idx="1"/>
          </p:nvPr>
        </p:nvSpPr>
        <p:spPr/>
        <p:txBody>
          <a:bodyPr/>
          <a:lstStyle/>
          <a:p>
            <a:pPr marL="457200" indent="-457200">
              <a:buFont typeface="+mj-lt"/>
              <a:buAutoNum type="arabicPeriod" startAt="3"/>
            </a:pPr>
            <a:r>
              <a:rPr lang="en-US" dirty="0"/>
              <a:t>The system then extracts features with high discriminating power for face recognition.</a:t>
            </a:r>
          </a:p>
          <a:p>
            <a:pPr marL="457200" indent="-457200">
              <a:buFont typeface="+mj-lt"/>
              <a:buAutoNum type="arabicPeriod" startAt="3"/>
            </a:pPr>
            <a:r>
              <a:rPr lang="en-US" dirty="0"/>
              <a:t>Finally, face recognition is performed to  recognize whose face the image belongs to.</a:t>
            </a:r>
          </a:p>
          <a:p>
            <a:endParaRPr lang="en-US" dirty="0"/>
          </a:p>
        </p:txBody>
      </p:sp>
    </p:spTree>
    <p:extLst>
      <p:ext uri="{BB962C8B-B14F-4D97-AF65-F5344CB8AC3E}">
        <p14:creationId xmlns:p14="http://schemas.microsoft.com/office/powerpoint/2010/main" val="2125621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sz="4000" b="1" dirty="0">
                <a:solidFill>
                  <a:schemeClr val="tx1"/>
                </a:solidFill>
              </a:rPr>
              <a:t>Image Acquisition (Input Image)</a:t>
            </a:r>
          </a:p>
        </p:txBody>
      </p:sp>
      <p:pic>
        <p:nvPicPr>
          <p:cNvPr id="14340" name="Picture 4" descr="camer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017" y="4499689"/>
            <a:ext cx="1109662" cy="1265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5" descr="camera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4248" y="4499689"/>
            <a:ext cx="1672431" cy="11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6" descr="webca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9195" y="4499689"/>
            <a:ext cx="914400" cy="1070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1176338" y="2490789"/>
            <a:ext cx="6799262" cy="1238250"/>
          </a:xfrm>
        </p:spPr>
        <p:txBody>
          <a:bodyPr/>
          <a:lstStyle/>
          <a:p>
            <a:r>
              <a:rPr lang="en-US" dirty="0"/>
              <a:t>Can acquire faces from almost any static camera, video system, web camera, cell phones, and CCTV systems that generates images of sufficient quality &amp; resolution.</a:t>
            </a: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86111" y="4473589"/>
            <a:ext cx="1062831" cy="985286"/>
          </a:xfrm>
          <a:prstGeom prst="rect">
            <a:avLst/>
          </a:prstGeom>
        </p:spPr>
      </p:pic>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61458" y="4442416"/>
            <a:ext cx="1638300" cy="1185285"/>
          </a:xfrm>
          <a:prstGeom prst="rect">
            <a:avLst/>
          </a:prstGeom>
        </p:spPr>
      </p:pic>
    </p:spTree>
    <p:extLst>
      <p:ext uri="{BB962C8B-B14F-4D97-AF65-F5344CB8AC3E}">
        <p14:creationId xmlns:p14="http://schemas.microsoft.com/office/powerpoint/2010/main" val="3257942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71551" y="982132"/>
            <a:ext cx="7200897" cy="1303867"/>
          </a:xfrm>
        </p:spPr>
        <p:txBody>
          <a:bodyPr>
            <a:normAutofit/>
          </a:bodyPr>
          <a:lstStyle/>
          <a:p>
            <a:pPr eaLnBrk="1" hangingPunct="1">
              <a:lnSpc>
                <a:spcPct val="90000"/>
              </a:lnSpc>
            </a:pPr>
            <a:r>
              <a:rPr lang="en-US" b="1"/>
              <a:t>Image Acquisition (Input Image)</a:t>
            </a:r>
            <a:endParaRPr lang="en-GB" b="1"/>
          </a:p>
        </p:txBody>
      </p:sp>
      <p:sp>
        <p:nvSpPr>
          <p:cNvPr id="2" name="Content Placeholder 1"/>
          <p:cNvSpPr>
            <a:spLocks noGrp="1"/>
          </p:cNvSpPr>
          <p:nvPr>
            <p:ph idx="1"/>
          </p:nvPr>
        </p:nvSpPr>
        <p:spPr>
          <a:xfrm>
            <a:off x="971551" y="2556932"/>
            <a:ext cx="4692650" cy="3318936"/>
          </a:xfrm>
        </p:spPr>
        <p:txBody>
          <a:bodyPr>
            <a:normAutofit/>
          </a:bodyPr>
          <a:lstStyle/>
          <a:p>
            <a:r>
              <a:rPr lang="en-US" dirty="0"/>
              <a:t>Ideal image:</a:t>
            </a:r>
          </a:p>
          <a:p>
            <a:pPr lvl="1"/>
            <a:r>
              <a:rPr lang="en-US" dirty="0"/>
              <a:t>Using a high-resolution camera.</a:t>
            </a:r>
          </a:p>
          <a:p>
            <a:pPr lvl="1"/>
            <a:r>
              <a:rPr lang="en-US" dirty="0"/>
              <a:t>Users directly facing the camera.</a:t>
            </a:r>
          </a:p>
          <a:p>
            <a:pPr lvl="1"/>
            <a:r>
              <a:rPr lang="en-US" dirty="0"/>
              <a:t>With moderate lighting of the face.</a:t>
            </a:r>
          </a:p>
          <a:p>
            <a:pPr lvl="1"/>
            <a:r>
              <a:rPr lang="en-US" dirty="0"/>
              <a:t>Practical only in a controlled environment, i.e., passport photo</a:t>
            </a:r>
          </a:p>
          <a:p>
            <a:endParaRPr lang="en-US" dirty="0"/>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9429" r="6818" b="6"/>
          <a:stretch/>
        </p:blipFill>
        <p:spPr>
          <a:xfrm>
            <a:off x="6063769" y="2701180"/>
            <a:ext cx="2054796" cy="2852640"/>
          </a:xfrm>
          <a:prstGeom prst="rect">
            <a:avLst/>
          </a:prstGeom>
          <a:ln w="57150" cmpd="thickThin">
            <a:solidFill>
              <a:schemeClr val="tx1">
                <a:lumMod val="50000"/>
                <a:lumOff val="50000"/>
              </a:schemeClr>
            </a:solidFill>
            <a:miter lim="800000"/>
          </a:ln>
        </p:spPr>
      </p:pic>
    </p:spTree>
    <p:extLst>
      <p:ext uri="{BB962C8B-B14F-4D97-AF65-F5344CB8AC3E}">
        <p14:creationId xmlns:p14="http://schemas.microsoft.com/office/powerpoint/2010/main" val="2674241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2ABF641-B59E-4DCE-936C-45E2593206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3B07250-CCED-4350-BC55-46F640C20E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02" y="0"/>
            <a:ext cx="9172471" cy="6856214"/>
            <a:chOff x="-15736" y="0"/>
            <a:chExt cx="12229962" cy="6856214"/>
          </a:xfrm>
        </p:grpSpPr>
        <p:pic>
          <p:nvPicPr>
            <p:cNvPr id="14" name="Picture 13">
              <a:extLst>
                <a:ext uri="{FF2B5EF4-FFF2-40B4-BE49-F238E27FC236}">
                  <a16:creationId xmlns:a16="http://schemas.microsoft.com/office/drawing/2014/main" id="{F703DAFF-BCF0-4438-ABC0-9CACD268660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Rectangle 14">
              <a:extLst>
                <a:ext uri="{FF2B5EF4-FFF2-40B4-BE49-F238E27FC236}">
                  <a16:creationId xmlns:a16="http://schemas.microsoft.com/office/drawing/2014/main" id="{0BD60FB0-8F44-4034-8D31-74618FF51E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16" name="Picture 15">
              <a:extLst>
                <a:ext uri="{FF2B5EF4-FFF2-40B4-BE49-F238E27FC236}">
                  <a16:creationId xmlns:a16="http://schemas.microsoft.com/office/drawing/2014/main" id="{D1CA9E5D-B5F0-487E-B029-3B4DFB743A7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7" name="Picture 16">
              <a:extLst>
                <a:ext uri="{FF2B5EF4-FFF2-40B4-BE49-F238E27FC236}">
                  <a16:creationId xmlns:a16="http://schemas.microsoft.com/office/drawing/2014/main" id="{4E32A033-3230-47BE-ABC1-C3C540F878C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p:cNvSpPr>
            <a:spLocks noGrp="1"/>
          </p:cNvSpPr>
          <p:nvPr>
            <p:ph type="title"/>
          </p:nvPr>
        </p:nvSpPr>
        <p:spPr>
          <a:xfrm>
            <a:off x="942643" y="982132"/>
            <a:ext cx="3631643" cy="1350363"/>
          </a:xfrm>
        </p:spPr>
        <p:txBody>
          <a:bodyPr anchor="b">
            <a:normAutofit/>
          </a:bodyPr>
          <a:lstStyle/>
          <a:p>
            <a:r>
              <a:rPr lang="en-US" b="1"/>
              <a:t>Face Detection</a:t>
            </a:r>
            <a:endParaRPr lang="en-US" dirty="0"/>
          </a:p>
        </p:txBody>
      </p:sp>
      <p:cxnSp>
        <p:nvCxnSpPr>
          <p:cNvPr id="19" name="Straight Connector 18">
            <a:extLst>
              <a:ext uri="{FF2B5EF4-FFF2-40B4-BE49-F238E27FC236}">
                <a16:creationId xmlns:a16="http://schemas.microsoft.com/office/drawing/2014/main" id="{E78C0DC0-3AE7-4C10-96E0-02E4FB0FFD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09674" y="2504621"/>
            <a:ext cx="3497580"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l="30331" r="21065" b="-1"/>
          <a:stretch/>
        </p:blipFill>
        <p:spPr>
          <a:xfrm>
            <a:off x="942642" y="2837793"/>
            <a:ext cx="1866970" cy="2877237"/>
          </a:xfrm>
          <a:prstGeom prst="rect">
            <a:avLst/>
          </a:prstGeom>
        </p:spPr>
      </p:pic>
      <p:pic>
        <p:nvPicPr>
          <p:cNvPr id="4" name="Picture 3"/>
          <p:cNvPicPr>
            <a:picLocks noChangeAspect="1"/>
          </p:cNvPicPr>
          <p:nvPr/>
        </p:nvPicPr>
        <p:blipFill rotWithShape="1">
          <a:blip r:embed="rId6">
            <a:extLst>
              <a:ext uri="{28A0092B-C50C-407E-A947-70E740481C1C}">
                <a14:useLocalDpi xmlns:a14="http://schemas.microsoft.com/office/drawing/2010/main" val="0"/>
              </a:ext>
            </a:extLst>
          </a:blip>
          <a:srcRect l="18921" r="7594" b="5"/>
          <a:stretch/>
        </p:blipFill>
        <p:spPr>
          <a:xfrm>
            <a:off x="2868759" y="2837793"/>
            <a:ext cx="1803980" cy="1374675"/>
          </a:xfrm>
          <a:prstGeom prst="rect">
            <a:avLst/>
          </a:prstGeom>
        </p:spPr>
      </p:pic>
      <p:pic>
        <p:nvPicPr>
          <p:cNvPr id="5" name="Picture 4"/>
          <p:cNvPicPr>
            <a:picLocks noChangeAspect="1"/>
          </p:cNvPicPr>
          <p:nvPr/>
        </p:nvPicPr>
        <p:blipFill rotWithShape="1">
          <a:blip r:embed="rId7">
            <a:extLst>
              <a:ext uri="{28A0092B-C50C-407E-A947-70E740481C1C}">
                <a14:useLocalDpi xmlns:a14="http://schemas.microsoft.com/office/drawing/2010/main" val="0"/>
              </a:ext>
            </a:extLst>
          </a:blip>
          <a:srcRect l="7157" r="21823" b="-1"/>
          <a:stretch/>
        </p:blipFill>
        <p:spPr>
          <a:xfrm>
            <a:off x="2868759" y="4292566"/>
            <a:ext cx="1803980" cy="1422465"/>
          </a:xfrm>
          <a:prstGeom prst="rect">
            <a:avLst/>
          </a:prstGeom>
        </p:spPr>
      </p:pic>
      <p:sp>
        <p:nvSpPr>
          <p:cNvPr id="3" name="Content Placeholder 2"/>
          <p:cNvSpPr>
            <a:spLocks noGrp="1"/>
          </p:cNvSpPr>
          <p:nvPr>
            <p:ph idx="1"/>
          </p:nvPr>
        </p:nvSpPr>
        <p:spPr>
          <a:xfrm>
            <a:off x="4953024" y="1158023"/>
            <a:ext cx="3396711" cy="4696335"/>
          </a:xfrm>
        </p:spPr>
        <p:txBody>
          <a:bodyPr anchor="ctr">
            <a:normAutofit/>
          </a:bodyPr>
          <a:lstStyle/>
          <a:p>
            <a:r>
              <a:rPr lang="en-US" sz="1700"/>
              <a:t>Primary Challenges – quality of face images:</a:t>
            </a:r>
          </a:p>
          <a:p>
            <a:pPr lvl="1"/>
            <a:r>
              <a:rPr lang="en-US" sz="1700"/>
              <a:t>Distance from camera reduces facial size.</a:t>
            </a:r>
          </a:p>
          <a:p>
            <a:pPr lvl="1"/>
            <a:r>
              <a:rPr lang="en-US" sz="1700"/>
              <a:t>Users not looking directly at the camera.</a:t>
            </a:r>
          </a:p>
          <a:p>
            <a:pPr lvl="1"/>
            <a:r>
              <a:rPr lang="en-US" sz="1700"/>
              <a:t>A gap between the threshold for locating faces in a field of view &amp; locating usable faces.</a:t>
            </a:r>
          </a:p>
          <a:p>
            <a:pPr lvl="1"/>
            <a:r>
              <a:rPr lang="en-US" sz="1700"/>
              <a:t>Problem of lighting.</a:t>
            </a:r>
          </a:p>
          <a:p>
            <a:pPr lvl="1"/>
            <a:r>
              <a:rPr lang="en-US" sz="1700"/>
              <a:t>Makeup.</a:t>
            </a:r>
          </a:p>
          <a:p>
            <a:endParaRPr lang="en-US" sz="1700"/>
          </a:p>
        </p:txBody>
      </p:sp>
    </p:spTree>
    <p:extLst>
      <p:ext uri="{BB962C8B-B14F-4D97-AF65-F5344CB8AC3E}">
        <p14:creationId xmlns:p14="http://schemas.microsoft.com/office/powerpoint/2010/main" val="3322984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b="1" dirty="0">
                <a:solidFill>
                  <a:schemeClr val="tx1"/>
                </a:solidFill>
              </a:rPr>
              <a:t>Normalization</a:t>
            </a:r>
            <a:endParaRPr lang="en-GB" b="1" dirty="0">
              <a:solidFill>
                <a:schemeClr val="tx1"/>
              </a:solidFill>
            </a:endParaRPr>
          </a:p>
        </p:txBody>
      </p:sp>
      <p:sp>
        <p:nvSpPr>
          <p:cNvPr id="2" name="Content Placeholder 1"/>
          <p:cNvSpPr>
            <a:spLocks noGrp="1"/>
          </p:cNvSpPr>
          <p:nvPr>
            <p:ph idx="1"/>
          </p:nvPr>
        </p:nvSpPr>
        <p:spPr/>
        <p:txBody>
          <a:bodyPr/>
          <a:lstStyle/>
          <a:p>
            <a:r>
              <a:rPr lang="en-US" dirty="0"/>
              <a:t>Purpose: to overcome variations in orientation &amp; distance.</a:t>
            </a:r>
          </a:p>
          <a:p>
            <a:r>
              <a:rPr lang="en-US" dirty="0"/>
              <a:t>Basic characteristics such as the middle of the eyes are located &amp; used as a frame of reference.</a:t>
            </a:r>
          </a:p>
          <a:p>
            <a:r>
              <a:rPr lang="en-US" dirty="0"/>
              <a:t>The facial image can be rotated clockwise or counterclockwise to straighten the image along a horizontal axis.</a:t>
            </a:r>
          </a:p>
          <a:p>
            <a:r>
              <a:rPr lang="en-US" dirty="0"/>
              <a:t>The face can then be magnified.</a:t>
            </a:r>
          </a:p>
          <a:p>
            <a:endParaRPr lang="en-US" dirty="0"/>
          </a:p>
        </p:txBody>
      </p:sp>
    </p:spTree>
    <p:extLst>
      <p:ext uri="{BB962C8B-B14F-4D97-AF65-F5344CB8AC3E}">
        <p14:creationId xmlns:p14="http://schemas.microsoft.com/office/powerpoint/2010/main" val="3151603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b="1" dirty="0">
                <a:solidFill>
                  <a:schemeClr val="tx1"/>
                </a:solidFill>
              </a:rPr>
              <a:t>Normalization</a:t>
            </a:r>
            <a:endParaRPr lang="en-GB" b="1" dirty="0">
              <a:solidFill>
                <a:schemeClr val="tx1"/>
              </a:solidFill>
            </a:endParaRPr>
          </a:p>
        </p:txBody>
      </p:sp>
      <p:sp>
        <p:nvSpPr>
          <p:cNvPr id="2" name="Content Placeholder 1"/>
          <p:cNvSpPr>
            <a:spLocks noGrp="1"/>
          </p:cNvSpPr>
          <p:nvPr>
            <p:ph idx="1"/>
          </p:nvPr>
        </p:nvSpPr>
        <p:spPr>
          <a:xfrm>
            <a:off x="1176338" y="2490789"/>
            <a:ext cx="6799262" cy="2081211"/>
          </a:xfrm>
        </p:spPr>
        <p:txBody>
          <a:bodyPr/>
          <a:lstStyle/>
          <a:p>
            <a:r>
              <a:rPr lang="en-US" dirty="0"/>
              <a:t>Face images are cropped such that the ovoid facial image remains.</a:t>
            </a:r>
          </a:p>
          <a:p>
            <a:r>
              <a:rPr lang="en-US" dirty="0"/>
              <a:t>Color images are normally converted to black &amp; white in order to facilitate initial comparisons based on grayscale characteristics.</a:t>
            </a:r>
          </a:p>
          <a:p>
            <a:endParaRPr lang="en-US" dirty="0"/>
          </a:p>
        </p:txBody>
      </p:sp>
    </p:spTree>
    <p:extLst>
      <p:ext uri="{BB962C8B-B14F-4D97-AF65-F5344CB8AC3E}">
        <p14:creationId xmlns:p14="http://schemas.microsoft.com/office/powerpoint/2010/main" val="505664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49C117F-F390-437B-ADB0-57E87EFF34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700" y="0"/>
            <a:ext cx="9173369" cy="6856214"/>
            <a:chOff x="-16934" y="0"/>
            <a:chExt cx="12231160" cy="6856214"/>
          </a:xfrm>
        </p:grpSpPr>
        <p:pic>
          <p:nvPicPr>
            <p:cNvPr id="11" name="Picture 10">
              <a:extLst>
                <a:ext uri="{FF2B5EF4-FFF2-40B4-BE49-F238E27FC236}">
                  <a16:creationId xmlns:a16="http://schemas.microsoft.com/office/drawing/2014/main" id="{A7EF42F8-2417-49A6-95CE-DE9503B0AA6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Rectangle 11">
              <a:extLst>
                <a:ext uri="{FF2B5EF4-FFF2-40B4-BE49-F238E27FC236}">
                  <a16:creationId xmlns:a16="http://schemas.microsoft.com/office/drawing/2014/main" id="{AC6F623B-2003-4AED-B02F-541A150EC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13" name="Picture 12">
              <a:extLst>
                <a:ext uri="{FF2B5EF4-FFF2-40B4-BE49-F238E27FC236}">
                  <a16:creationId xmlns:a16="http://schemas.microsoft.com/office/drawing/2014/main" id="{CD11837A-4F3D-419F-ACE2-E80B1EA2846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4" name="Picture 13">
              <a:extLst>
                <a:ext uri="{FF2B5EF4-FFF2-40B4-BE49-F238E27FC236}">
                  <a16:creationId xmlns:a16="http://schemas.microsoft.com/office/drawing/2014/main" id="{B9411D1A-7E2C-4A36-BE32-BF7A8E13072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16" name="Straight Connector 15">
            <a:extLst>
              <a:ext uri="{FF2B5EF4-FFF2-40B4-BE49-F238E27FC236}">
                <a16:creationId xmlns:a16="http://schemas.microsoft.com/office/drawing/2014/main" id="{20742BC3-654B-4E41-9A6A-73A42E4776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019299" y="3522131"/>
            <a:ext cx="5111751"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1755C732-3264-4614-8316-41F7548371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59C7C6ED-4EA1-4532-A820-59A8ADEEE0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9172471" cy="6856214"/>
            <a:chOff x="-15736" y="0"/>
            <a:chExt cx="12229962" cy="6856214"/>
          </a:xfrm>
        </p:grpSpPr>
        <p:pic>
          <p:nvPicPr>
            <p:cNvPr id="21" name="Picture 20">
              <a:extLst>
                <a:ext uri="{FF2B5EF4-FFF2-40B4-BE49-F238E27FC236}">
                  <a16:creationId xmlns:a16="http://schemas.microsoft.com/office/drawing/2014/main" id="{3A197BB7-B689-4B37-8BE2-FC23F6ED649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2" name="Rectangle 21">
              <a:extLst>
                <a:ext uri="{FF2B5EF4-FFF2-40B4-BE49-F238E27FC236}">
                  <a16:creationId xmlns:a16="http://schemas.microsoft.com/office/drawing/2014/main" id="{E93E4556-7891-471E-B9B7-A38508C75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23" name="Picture 22">
              <a:extLst>
                <a:ext uri="{FF2B5EF4-FFF2-40B4-BE49-F238E27FC236}">
                  <a16:creationId xmlns:a16="http://schemas.microsoft.com/office/drawing/2014/main" id="{6F9C6176-D87B-4D8F-8BC3-FE6DF55C4ED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24" name="Picture 23">
              <a:extLst>
                <a:ext uri="{FF2B5EF4-FFF2-40B4-BE49-F238E27FC236}">
                  <a16:creationId xmlns:a16="http://schemas.microsoft.com/office/drawing/2014/main" id="{B838BA48-DDFB-46B3-9EF6-031C91D2792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4" name="Title 3"/>
          <p:cNvSpPr>
            <a:spLocks noGrp="1"/>
          </p:cNvSpPr>
          <p:nvPr>
            <p:ph type="title"/>
          </p:nvPr>
        </p:nvSpPr>
        <p:spPr>
          <a:xfrm>
            <a:off x="826964" y="4404852"/>
            <a:ext cx="7492258" cy="1054745"/>
          </a:xfrm>
        </p:spPr>
        <p:txBody>
          <a:bodyPr vert="horz" lIns="91440" tIns="45720" rIns="91440" bIns="45720" rtlCol="0" anchor="b">
            <a:normAutofit/>
          </a:bodyPr>
          <a:lstStyle/>
          <a:p>
            <a:pPr eaLnBrk="1" hangingPunct="1"/>
            <a:r>
              <a:rPr lang="en-US" sz="5400" b="1"/>
              <a:t>Normalization</a:t>
            </a:r>
            <a:endParaRPr lang="en-US" sz="5400"/>
          </a:p>
        </p:txBody>
      </p:sp>
      <p:sp>
        <p:nvSpPr>
          <p:cNvPr id="26" name="Rectangle 25">
            <a:extLst>
              <a:ext uri="{FF2B5EF4-FFF2-40B4-BE49-F238E27FC236}">
                <a16:creationId xmlns:a16="http://schemas.microsoft.com/office/drawing/2014/main" id="{4AD786D6-2C42-45AF-888B-F2038C4D0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483" y="1092200"/>
            <a:ext cx="7499739" cy="3128346"/>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51541" y="1410207"/>
            <a:ext cx="5645690" cy="2455875"/>
          </a:xfrm>
          <a:prstGeom prst="rect">
            <a:avLst/>
          </a:prstGeom>
        </p:spPr>
      </p:pic>
      <p:cxnSp>
        <p:nvCxnSpPr>
          <p:cNvPr id="28" name="Straight Connector 27">
            <a:extLst>
              <a:ext uri="{FF2B5EF4-FFF2-40B4-BE49-F238E27FC236}">
                <a16:creationId xmlns:a16="http://schemas.microsoft.com/office/drawing/2014/main" id="{B8D6659D-FA60-4C6D-A9F6-063E294AA15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73836" y="5501254"/>
            <a:ext cx="7202795"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8725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971551" y="982132"/>
            <a:ext cx="7200897" cy="1303867"/>
          </a:xfrm>
        </p:spPr>
        <p:txBody>
          <a:bodyPr>
            <a:normAutofit/>
          </a:bodyPr>
          <a:lstStyle/>
          <a:p>
            <a:pPr eaLnBrk="1" hangingPunct="1"/>
            <a:r>
              <a:rPr lang="en-US" b="1"/>
              <a:t>Feature Extraction</a:t>
            </a:r>
            <a:endParaRPr lang="en-GB" b="1"/>
          </a:p>
        </p:txBody>
      </p:sp>
      <p:sp>
        <p:nvSpPr>
          <p:cNvPr id="2" name="Content Placeholder 1"/>
          <p:cNvSpPr>
            <a:spLocks noGrp="1"/>
          </p:cNvSpPr>
          <p:nvPr>
            <p:ph idx="1"/>
          </p:nvPr>
        </p:nvSpPr>
        <p:spPr>
          <a:xfrm>
            <a:off x="971551" y="2556932"/>
            <a:ext cx="4692650" cy="3318936"/>
          </a:xfrm>
        </p:spPr>
        <p:txBody>
          <a:bodyPr>
            <a:normAutofit/>
          </a:bodyPr>
          <a:lstStyle/>
          <a:p>
            <a:r>
              <a:rPr lang="en-US"/>
              <a:t>Local-based approach</a:t>
            </a:r>
          </a:p>
          <a:p>
            <a:pPr lvl="1"/>
            <a:r>
              <a:rPr lang="en-US"/>
              <a:t>Perceive &amp; recognize human faces by extracting the prominent characteristics on the faces like eyes, nose &amp; mouth together with their geometry distribution &amp; the shape of face.</a:t>
            </a:r>
          </a:p>
          <a:p>
            <a:endParaRPr lang="en-US" dirty="0"/>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b="32353"/>
          <a:stretch/>
        </p:blipFill>
        <p:spPr>
          <a:xfrm>
            <a:off x="6063769" y="3442569"/>
            <a:ext cx="2054796" cy="1369862"/>
          </a:xfrm>
          <a:prstGeom prst="rect">
            <a:avLst/>
          </a:prstGeom>
          <a:ln w="57150" cmpd="thickThin">
            <a:solidFill>
              <a:srgbClr val="7F7F7F"/>
            </a:solidFill>
            <a:miter lim="800000"/>
          </a:ln>
        </p:spPr>
      </p:pic>
    </p:spTree>
    <p:extLst>
      <p:ext uri="{BB962C8B-B14F-4D97-AF65-F5344CB8AC3E}">
        <p14:creationId xmlns:p14="http://schemas.microsoft.com/office/powerpoint/2010/main" val="3191597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B4B82D-A989-40D8-A457-F1D9C0345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45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14E99EC7-4ECA-46FD-A4EE-C28A8AC673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1802" y="28937"/>
            <a:ext cx="9141618" cy="6856214"/>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829" y="1149305"/>
            <a:ext cx="7326157" cy="4615479"/>
          </a:xfrm>
          <a:prstGeom prst="rect">
            <a:avLst/>
          </a:prstGeom>
        </p:spPr>
      </p:pic>
      <p:grpSp>
        <p:nvGrpSpPr>
          <p:cNvPr id="14" name="Group 13">
            <a:extLst>
              <a:ext uri="{FF2B5EF4-FFF2-40B4-BE49-F238E27FC236}">
                <a16:creationId xmlns:a16="http://schemas.microsoft.com/office/drawing/2014/main" id="{67034349-EB95-4DEC-941A-A5BEB23CCC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8956"/>
            <a:ext cx="9176000" cy="658368"/>
            <a:chOff x="-18288" y="3128956"/>
            <a:chExt cx="12234672" cy="658368"/>
          </a:xfrm>
        </p:grpSpPr>
        <p:sp useBgFill="1">
          <p:nvSpPr>
            <p:cNvPr id="15" name="Rounded Rectangle 21">
              <a:extLst>
                <a:ext uri="{FF2B5EF4-FFF2-40B4-BE49-F238E27FC236}">
                  <a16:creationId xmlns:a16="http://schemas.microsoft.com/office/drawing/2014/main" id="{4ED14EF1-39B3-426A-842A-CEA137A65D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2303" y="3128956"/>
              <a:ext cx="45720" cy="658368"/>
            </a:xfrm>
            <a:prstGeom prst="roundRect">
              <a:avLst>
                <a:gd name="adj" fmla="val 50000"/>
              </a:avLst>
            </a:prstGeom>
            <a:ln w="9525">
              <a:noFill/>
            </a:ln>
            <a:effectLst>
              <a:innerShdw blurRad="114300">
                <a:prstClr val="black">
                  <a:alpha val="8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16" name="Picture 15">
              <a:extLst>
                <a:ext uri="{FF2B5EF4-FFF2-40B4-BE49-F238E27FC236}">
                  <a16:creationId xmlns:a16="http://schemas.microsoft.com/office/drawing/2014/main" id="{20BA46E3-54EA-491A-BDC2-C9A945118E5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8288" y="3154680"/>
              <a:ext cx="777240" cy="606425"/>
            </a:xfrm>
            <a:prstGeom prst="rect">
              <a:avLst/>
            </a:prstGeom>
          </p:spPr>
        </p:pic>
        <p:sp useBgFill="1">
          <p:nvSpPr>
            <p:cNvPr id="17" name="Rounded Rectangle 27">
              <a:extLst>
                <a:ext uri="{FF2B5EF4-FFF2-40B4-BE49-F238E27FC236}">
                  <a16:creationId xmlns:a16="http://schemas.microsoft.com/office/drawing/2014/main" id="{BC6C1592-02CC-4EA4-9A0E-7BE7C1ED8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14377" y="3128956"/>
              <a:ext cx="45720" cy="658368"/>
            </a:xfrm>
            <a:prstGeom prst="roundRect">
              <a:avLst>
                <a:gd name="adj" fmla="val 50000"/>
              </a:avLst>
            </a:prstGeom>
            <a:ln w="9525">
              <a:noFill/>
            </a:ln>
            <a:effectLst>
              <a:innerShdw blurRad="114300">
                <a:srgbClr val="171717">
                  <a:alpha val="82745"/>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18" name="Picture 17">
              <a:extLst>
                <a:ext uri="{FF2B5EF4-FFF2-40B4-BE49-F238E27FC236}">
                  <a16:creationId xmlns:a16="http://schemas.microsoft.com/office/drawing/2014/main" id="{367E44A5-FAF8-4D81-90C9-CFD68F1A131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flipH="1">
              <a:off x="11439144" y="3154680"/>
              <a:ext cx="777240" cy="606425"/>
            </a:xfrm>
            <a:prstGeom prst="rect">
              <a:avLst/>
            </a:prstGeom>
          </p:spPr>
        </p:pic>
      </p:grpSp>
    </p:spTree>
    <p:extLst>
      <p:ext uri="{BB962C8B-B14F-4D97-AF65-F5344CB8AC3E}">
        <p14:creationId xmlns:p14="http://schemas.microsoft.com/office/powerpoint/2010/main" val="9905350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b="1">
                <a:solidFill>
                  <a:schemeClr val="tx1"/>
                </a:solidFill>
              </a:rPr>
              <a:t>Feature Extraction</a:t>
            </a:r>
            <a:endParaRPr lang="en-GB" b="1" dirty="0">
              <a:solidFill>
                <a:schemeClr val="tx1"/>
              </a:solidFill>
            </a:endParaRPr>
          </a:p>
        </p:txBody>
      </p:sp>
      <p:sp>
        <p:nvSpPr>
          <p:cNvPr id="2" name="Content Placeholder 1"/>
          <p:cNvSpPr>
            <a:spLocks noGrp="1"/>
          </p:cNvSpPr>
          <p:nvPr>
            <p:ph idx="1"/>
          </p:nvPr>
        </p:nvSpPr>
        <p:spPr/>
        <p:txBody>
          <a:bodyPr/>
          <a:lstStyle/>
          <a:p>
            <a:r>
              <a:rPr lang="en-US" dirty="0"/>
              <a:t>Global approach</a:t>
            </a:r>
          </a:p>
          <a:p>
            <a:pPr lvl="1"/>
            <a:r>
              <a:rPr lang="en-US" dirty="0"/>
              <a:t>Treat the entire image to find an effective representation of the face</a:t>
            </a:r>
          </a:p>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3733800"/>
            <a:ext cx="6096000" cy="2085975"/>
          </a:xfrm>
          <a:prstGeom prst="rect">
            <a:avLst/>
          </a:prstGeom>
          <a:ln w="19050">
            <a:solidFill>
              <a:schemeClr val="tx1"/>
            </a:solidFill>
          </a:ln>
        </p:spPr>
      </p:pic>
    </p:spTree>
    <p:extLst>
      <p:ext uri="{BB962C8B-B14F-4D97-AF65-F5344CB8AC3E}">
        <p14:creationId xmlns:p14="http://schemas.microsoft.com/office/powerpoint/2010/main" val="4137824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C878D9A-77BE-4701-AE3D-EEFC53CD5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43BE08-0ED1-4B73-AC6D-B7E26A59C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997" y="469900"/>
            <a:ext cx="2771251" cy="5918200"/>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56B2094-7FC0-45FC-BFED-3CB88CEE6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751" y="635508"/>
            <a:ext cx="2523744"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MY"/>
          </a:p>
        </p:txBody>
      </p:sp>
      <p:sp>
        <p:nvSpPr>
          <p:cNvPr id="2" name="Title 1"/>
          <p:cNvSpPr>
            <a:spLocks noGrp="1"/>
          </p:cNvSpPr>
          <p:nvPr>
            <p:ph type="title"/>
          </p:nvPr>
        </p:nvSpPr>
        <p:spPr>
          <a:xfrm>
            <a:off x="714081" y="954756"/>
            <a:ext cx="2047810" cy="4946003"/>
          </a:xfrm>
        </p:spPr>
        <p:txBody>
          <a:bodyPr>
            <a:normAutofit/>
          </a:bodyPr>
          <a:lstStyle/>
          <a:p>
            <a:r>
              <a:rPr lang="en-US" sz="3100" b="1">
                <a:solidFill>
                  <a:srgbClr val="FFFFFF"/>
                </a:solidFill>
              </a:rPr>
              <a:t>Feature Extraction</a:t>
            </a:r>
            <a:endParaRPr lang="en-US" sz="3100">
              <a:solidFill>
                <a:srgbClr val="FFFFFF"/>
              </a:solidFill>
            </a:endParaRPr>
          </a:p>
        </p:txBody>
      </p:sp>
      <p:sp>
        <p:nvSpPr>
          <p:cNvPr id="14" name="Rectangle 13">
            <a:extLst>
              <a:ext uri="{FF2B5EF4-FFF2-40B4-BE49-F238E27FC236}">
                <a16:creationId xmlns:a16="http://schemas.microsoft.com/office/drawing/2014/main" id="{07A4B640-BB7F-4272-A710-068DBA9F9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2" y="0"/>
            <a:ext cx="5653278" cy="6858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55700" y="469900"/>
            <a:ext cx="4465223" cy="5405968"/>
          </a:xfrm>
        </p:spPr>
        <p:txBody>
          <a:bodyPr anchor="ctr">
            <a:normAutofit/>
          </a:bodyPr>
          <a:lstStyle/>
          <a:p>
            <a:r>
              <a:rPr lang="en-US" dirty="0"/>
              <a:t>Robust face recognition scheme finds low dimensional feature representation for:</a:t>
            </a:r>
          </a:p>
          <a:p>
            <a:pPr lvl="1"/>
            <a:r>
              <a:rPr lang="en-US" dirty="0"/>
              <a:t>Data compression purposes:</a:t>
            </a:r>
          </a:p>
          <a:p>
            <a:pPr lvl="2"/>
            <a:r>
              <a:rPr lang="en-US" dirty="0"/>
              <a:t>Curse of dimensionality – some features are not important</a:t>
            </a:r>
          </a:p>
          <a:p>
            <a:pPr lvl="1"/>
            <a:r>
              <a:rPr lang="en-US" dirty="0"/>
              <a:t>Enhanced </a:t>
            </a:r>
            <a:r>
              <a:rPr lang="en-US" b="1" dirty="0"/>
              <a:t>discrimination </a:t>
            </a:r>
            <a:r>
              <a:rPr lang="en-US" dirty="0"/>
              <a:t>abilities for subsequent image classification.</a:t>
            </a:r>
          </a:p>
          <a:p>
            <a:pPr lvl="1"/>
            <a:r>
              <a:rPr lang="en-US" dirty="0"/>
              <a:t>The most popular and fundamental method – </a:t>
            </a:r>
            <a:r>
              <a:rPr lang="en-US" b="1" dirty="0">
                <a:solidFill>
                  <a:srgbClr val="C00000"/>
                </a:solidFill>
                <a:effectLst>
                  <a:outerShdw blurRad="38100" dist="38100" dir="2700000" algn="tl">
                    <a:srgbClr val="000000">
                      <a:alpha val="43137"/>
                    </a:srgbClr>
                  </a:outerShdw>
                </a:effectLst>
              </a:rPr>
              <a:t>Principal Component Analysis (PCA) </a:t>
            </a:r>
            <a:r>
              <a:rPr lang="en-US" dirty="0"/>
              <a:t>or sometimes known as Eigenface.</a:t>
            </a:r>
          </a:p>
          <a:p>
            <a:endParaRPr lang="en-US" dirty="0"/>
          </a:p>
        </p:txBody>
      </p:sp>
    </p:spTree>
    <p:extLst>
      <p:ext uri="{BB962C8B-B14F-4D97-AF65-F5344CB8AC3E}">
        <p14:creationId xmlns:p14="http://schemas.microsoft.com/office/powerpoint/2010/main" val="986885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2723366-C73B-4ED6-ADEF-29911C6BC5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47A4152-8E41-4D1C-B88C-57C5C430A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3473" y="484632"/>
            <a:ext cx="8417053" cy="1479635"/>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3315" y="796374"/>
            <a:ext cx="7937369" cy="880027"/>
          </a:xfrm>
        </p:spPr>
        <p:txBody>
          <a:bodyPr>
            <a:normAutofit/>
          </a:bodyPr>
          <a:lstStyle/>
          <a:p>
            <a:r>
              <a:rPr lang="en-US" b="1">
                <a:solidFill>
                  <a:srgbClr val="FFFFFF"/>
                </a:solidFill>
              </a:rPr>
              <a:t>PCA/ Eigenface</a:t>
            </a:r>
            <a:endParaRPr lang="en-US">
              <a:solidFill>
                <a:srgbClr val="FFFFFF"/>
              </a:solidFill>
            </a:endParaRPr>
          </a:p>
        </p:txBody>
      </p:sp>
      <p:sp>
        <p:nvSpPr>
          <p:cNvPr id="12" name="Rectangle 11">
            <a:extLst>
              <a:ext uri="{FF2B5EF4-FFF2-40B4-BE49-F238E27FC236}">
                <a16:creationId xmlns:a16="http://schemas.microsoft.com/office/drawing/2014/main" id="{999F76F5-72D4-4814-9169-8F535AEEB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8060" y="648377"/>
            <a:ext cx="8167878" cy="115214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MY"/>
          </a:p>
        </p:txBody>
      </p:sp>
      <p:sp>
        <p:nvSpPr>
          <p:cNvPr id="14" name="Rectangle 13">
            <a:extLst>
              <a:ext uri="{FF2B5EF4-FFF2-40B4-BE49-F238E27FC236}">
                <a16:creationId xmlns:a16="http://schemas.microsoft.com/office/drawing/2014/main" id="{C6202988-4466-42C5-B33A-AFABF051B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9144000" cy="4572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62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971550" y="2612256"/>
            <a:ext cx="7200897" cy="3263612"/>
          </a:xfrm>
        </p:spPr>
        <p:txBody>
          <a:bodyPr>
            <a:normAutofit/>
          </a:bodyPr>
          <a:lstStyle/>
          <a:p>
            <a:pPr>
              <a:lnSpc>
                <a:spcPct val="90000"/>
              </a:lnSpc>
            </a:pPr>
            <a:r>
              <a:rPr lang="en-US" dirty="0"/>
              <a:t>Unsupervised linear transformation techniques</a:t>
            </a:r>
            <a:endParaRPr lang="en-US"/>
          </a:p>
          <a:p>
            <a:pPr>
              <a:lnSpc>
                <a:spcPct val="90000"/>
              </a:lnSpc>
            </a:pPr>
            <a:r>
              <a:rPr lang="en-US" dirty="0"/>
              <a:t>Ignores class labels </a:t>
            </a:r>
            <a:endParaRPr lang="en-US"/>
          </a:p>
          <a:p>
            <a:pPr>
              <a:lnSpc>
                <a:spcPct val="90000"/>
              </a:lnSpc>
            </a:pPr>
            <a:r>
              <a:rPr lang="en-US" dirty="0"/>
              <a:t>Goal: to find the directions (known as principal components) that maximize the variance in a dataset</a:t>
            </a:r>
            <a:endParaRPr lang="en-US"/>
          </a:p>
          <a:p>
            <a:pPr>
              <a:lnSpc>
                <a:spcPct val="90000"/>
              </a:lnSpc>
            </a:pPr>
            <a:r>
              <a:rPr lang="en-US" dirty="0"/>
              <a:t>General idea:</a:t>
            </a:r>
            <a:endParaRPr lang="en-US"/>
          </a:p>
          <a:p>
            <a:pPr lvl="1">
              <a:lnSpc>
                <a:spcPct val="90000"/>
              </a:lnSpc>
            </a:pPr>
            <a:r>
              <a:rPr lang="en-US" dirty="0"/>
              <a:t>Consider a 256X256 face image, which is equivalent to 65536-dimensional vector, it can be compressed by reducing the dimension based on the number of images in the face database</a:t>
            </a:r>
            <a:endParaRPr lang="en-US"/>
          </a:p>
        </p:txBody>
      </p:sp>
    </p:spTree>
    <p:extLst>
      <p:ext uri="{BB962C8B-B14F-4D97-AF65-F5344CB8AC3E}">
        <p14:creationId xmlns:p14="http://schemas.microsoft.com/office/powerpoint/2010/main" val="8241830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21511" name="Rectangle 21510">
            <a:extLst>
              <a:ext uri="{FF2B5EF4-FFF2-40B4-BE49-F238E27FC236}">
                <a16:creationId xmlns:a16="http://schemas.microsoft.com/office/drawing/2014/main" id="{52723366-C73B-4ED6-ADEF-29911C6BC5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13" name="Rectangle 21512">
            <a:extLst>
              <a:ext uri="{FF2B5EF4-FFF2-40B4-BE49-F238E27FC236}">
                <a16:creationId xmlns:a16="http://schemas.microsoft.com/office/drawing/2014/main" id="{847A4152-8E41-4D1C-B88C-57C5C430A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3473" y="484632"/>
            <a:ext cx="8417053" cy="1479635"/>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6" name="Rectangle 2"/>
          <p:cNvSpPr>
            <a:spLocks noGrp="1" noChangeArrowheads="1"/>
          </p:cNvSpPr>
          <p:nvPr>
            <p:ph type="title"/>
          </p:nvPr>
        </p:nvSpPr>
        <p:spPr>
          <a:xfrm>
            <a:off x="603315" y="796374"/>
            <a:ext cx="7937369" cy="880027"/>
          </a:xfrm>
        </p:spPr>
        <p:txBody>
          <a:bodyPr>
            <a:normAutofit/>
          </a:bodyPr>
          <a:lstStyle/>
          <a:p>
            <a:pPr eaLnBrk="1" hangingPunct="1"/>
            <a:r>
              <a:rPr lang="en-US" b="1">
                <a:solidFill>
                  <a:srgbClr val="FFFFFF"/>
                </a:solidFill>
              </a:rPr>
              <a:t>PCA/ Eigenface</a:t>
            </a:r>
            <a:endParaRPr lang="en-GB" b="1">
              <a:solidFill>
                <a:srgbClr val="FFFFFF"/>
              </a:solidFill>
            </a:endParaRPr>
          </a:p>
        </p:txBody>
      </p:sp>
      <p:sp>
        <p:nvSpPr>
          <p:cNvPr id="21515" name="Rectangle 21514">
            <a:extLst>
              <a:ext uri="{FF2B5EF4-FFF2-40B4-BE49-F238E27FC236}">
                <a16:creationId xmlns:a16="http://schemas.microsoft.com/office/drawing/2014/main" id="{999F76F5-72D4-4814-9169-8F535AEEB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8060" y="648377"/>
            <a:ext cx="8167878" cy="115214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MY"/>
          </a:p>
        </p:txBody>
      </p:sp>
      <p:sp>
        <p:nvSpPr>
          <p:cNvPr id="21517" name="Rectangle 21516">
            <a:extLst>
              <a:ext uri="{FF2B5EF4-FFF2-40B4-BE49-F238E27FC236}">
                <a16:creationId xmlns:a16="http://schemas.microsoft.com/office/drawing/2014/main" id="{C6202988-4466-42C5-B33A-AFABF051B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9144000" cy="4572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62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p:cNvSpPr>
            <a:spLocks noGrp="1"/>
          </p:cNvSpPr>
          <p:nvPr>
            <p:ph idx="1"/>
          </p:nvPr>
        </p:nvSpPr>
        <p:spPr>
          <a:xfrm>
            <a:off x="971550" y="2612256"/>
            <a:ext cx="7200897" cy="3263612"/>
          </a:xfrm>
        </p:spPr>
        <p:txBody>
          <a:bodyPr>
            <a:normAutofit/>
          </a:bodyPr>
          <a:lstStyle/>
          <a:p>
            <a:r>
              <a:rPr lang="en-US" dirty="0"/>
              <a:t>Roughly translated as “one’s own face”.</a:t>
            </a:r>
          </a:p>
          <a:p>
            <a:r>
              <a:rPr lang="en-US" dirty="0"/>
              <a:t>It features distinctive facial characteristics.</a:t>
            </a:r>
          </a:p>
          <a:p>
            <a:r>
              <a:rPr lang="en-US" dirty="0"/>
              <a:t>The vast majority of faces can be reconstructed by locating distinctive features from approximately 100 to 125 </a:t>
            </a:r>
            <a:r>
              <a:rPr lang="en-US" dirty="0" err="1"/>
              <a:t>Eigenfaces</a:t>
            </a:r>
            <a:r>
              <a:rPr lang="en-US" dirty="0"/>
              <a:t>.</a:t>
            </a:r>
          </a:p>
          <a:p>
            <a:r>
              <a:rPr lang="en-US" dirty="0"/>
              <a:t>This technique is best utilized in well-lit, frontal image capture situations</a:t>
            </a:r>
          </a:p>
          <a:p>
            <a:endParaRPr lang="en-US" dirty="0"/>
          </a:p>
        </p:txBody>
      </p:sp>
    </p:spTree>
    <p:extLst>
      <p:ext uri="{BB962C8B-B14F-4D97-AF65-F5344CB8AC3E}">
        <p14:creationId xmlns:p14="http://schemas.microsoft.com/office/powerpoint/2010/main" val="16859779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685800"/>
            <a:ext cx="5638800" cy="5491701"/>
          </a:xfrm>
          <a:prstGeom prst="rect">
            <a:avLst/>
          </a:prstGeom>
        </p:spPr>
      </p:pic>
      <p:sp>
        <p:nvSpPr>
          <p:cNvPr id="5" name="Rounded Rectangle 4"/>
          <p:cNvSpPr/>
          <p:nvPr/>
        </p:nvSpPr>
        <p:spPr>
          <a:xfrm>
            <a:off x="1295400" y="609600"/>
            <a:ext cx="6400800" cy="4343400"/>
          </a:xfrm>
          <a:prstGeom prst="roundRect">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5877103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b="1">
                <a:solidFill>
                  <a:schemeClr val="tx1"/>
                </a:solidFill>
              </a:rPr>
              <a:t>How does PCA work?</a:t>
            </a:r>
            <a:endParaRPr lang="en-US" b="1" dirty="0">
              <a:solidFill>
                <a:schemeClr val="tx1"/>
              </a:solidFill>
            </a:endParaRPr>
          </a:p>
        </p:txBody>
      </p:sp>
      <p:sp>
        <p:nvSpPr>
          <p:cNvPr id="2" name="Content Placeholder 1"/>
          <p:cNvSpPr>
            <a:spLocks noGrp="1"/>
          </p:cNvSpPr>
          <p:nvPr>
            <p:ph idx="1"/>
          </p:nvPr>
        </p:nvSpPr>
        <p:spPr/>
        <p:txBody>
          <a:bodyPr/>
          <a:lstStyle/>
          <a:p>
            <a:pPr marL="457200" indent="-457200">
              <a:buFont typeface="+mj-lt"/>
              <a:buAutoNum type="arabicPeriod"/>
            </a:pPr>
            <a:r>
              <a:rPr lang="en-US" dirty="0"/>
              <a:t>Define the face space: acquire a training set of images and calculate </a:t>
            </a:r>
            <a:r>
              <a:rPr lang="en-US" dirty="0" err="1"/>
              <a:t>eigenfaces</a:t>
            </a:r>
            <a:r>
              <a:rPr lang="en-US" dirty="0"/>
              <a:t> from them</a:t>
            </a:r>
          </a:p>
          <a:p>
            <a:pPr marL="457200" indent="-457200">
              <a:buFont typeface="+mj-lt"/>
              <a:buAutoNum type="arabicPeriod"/>
            </a:pPr>
            <a:r>
              <a:rPr lang="en-US" dirty="0"/>
              <a:t>When a new face is encountered, project it onto the set of </a:t>
            </a:r>
            <a:r>
              <a:rPr lang="en-US" dirty="0" err="1"/>
              <a:t>eigenfaces</a:t>
            </a:r>
            <a:r>
              <a:rPr lang="en-US" dirty="0"/>
              <a:t> and calculate a set of weights</a:t>
            </a:r>
          </a:p>
          <a:p>
            <a:pPr marL="457200" indent="-457200">
              <a:buFont typeface="+mj-lt"/>
              <a:buAutoNum type="arabicPeriod"/>
            </a:pPr>
            <a:r>
              <a:rPr lang="en-US" dirty="0"/>
              <a:t>Check if the image is a “face” by calculating the distance to the face space. Use a threshold to make decision</a:t>
            </a:r>
          </a:p>
          <a:p>
            <a:endParaRPr lang="en-US" dirty="0"/>
          </a:p>
        </p:txBody>
      </p:sp>
    </p:spTree>
    <p:extLst>
      <p:ext uri="{BB962C8B-B14F-4D97-AF65-F5344CB8AC3E}">
        <p14:creationId xmlns:p14="http://schemas.microsoft.com/office/powerpoint/2010/main" val="13770486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b="1" dirty="0">
                <a:solidFill>
                  <a:schemeClr val="tx1"/>
                </a:solidFill>
              </a:rPr>
              <a:t>How does PCA work?</a:t>
            </a:r>
            <a:endParaRPr lang="en-US" dirty="0">
              <a:solidFill>
                <a:srgbClr val="803B0C"/>
              </a:solidFill>
            </a:endParaRPr>
          </a:p>
        </p:txBody>
      </p:sp>
      <p:sp>
        <p:nvSpPr>
          <p:cNvPr id="2" name="Content Placeholder 1"/>
          <p:cNvSpPr>
            <a:spLocks noGrp="1"/>
          </p:cNvSpPr>
          <p:nvPr>
            <p:ph idx="1"/>
          </p:nvPr>
        </p:nvSpPr>
        <p:spPr/>
        <p:txBody>
          <a:bodyPr/>
          <a:lstStyle/>
          <a:p>
            <a:pPr marL="457200" indent="-457200">
              <a:buFont typeface="+mj-lt"/>
              <a:buAutoNum type="arabicPeriod" startAt="4"/>
            </a:pPr>
            <a:r>
              <a:rPr lang="en-US" dirty="0"/>
              <a:t>If it is a face, classify the person as known or unknown by comparing the weight pattern of the image to the known weight patterns. Simple Euclidean distance between weights vectors may be used, any other distance metrics can be used too</a:t>
            </a:r>
          </a:p>
          <a:p>
            <a:pPr marL="457200" indent="-457200">
              <a:buFont typeface="+mj-lt"/>
              <a:buAutoNum type="arabicPeriod" startAt="4"/>
            </a:pPr>
            <a:r>
              <a:rPr lang="en-US" dirty="0"/>
              <a:t>The system can be made more “intelligent” by using several images of the same person's face and by updating </a:t>
            </a:r>
            <a:r>
              <a:rPr lang="en-US" dirty="0" err="1"/>
              <a:t>eigenfaces</a:t>
            </a:r>
            <a:r>
              <a:rPr lang="en-US" dirty="0"/>
              <a:t> from time to time when new faces are encountered</a:t>
            </a:r>
          </a:p>
          <a:p>
            <a:endParaRPr lang="en-US" dirty="0"/>
          </a:p>
        </p:txBody>
      </p:sp>
    </p:spTree>
    <p:extLst>
      <p:ext uri="{BB962C8B-B14F-4D97-AF65-F5344CB8AC3E}">
        <p14:creationId xmlns:p14="http://schemas.microsoft.com/office/powerpoint/2010/main" val="12241881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26631" name="Rectangle 26630">
            <a:extLst>
              <a:ext uri="{FF2B5EF4-FFF2-40B4-BE49-F238E27FC236}">
                <a16:creationId xmlns:a16="http://schemas.microsoft.com/office/drawing/2014/main" id="{52723366-C73B-4ED6-ADEF-29911C6BC5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33" name="Rectangle 26632">
            <a:extLst>
              <a:ext uri="{FF2B5EF4-FFF2-40B4-BE49-F238E27FC236}">
                <a16:creationId xmlns:a16="http://schemas.microsoft.com/office/drawing/2014/main" id="{847A4152-8E41-4D1C-B88C-57C5C430A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3473" y="484632"/>
            <a:ext cx="8417053" cy="1479635"/>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6" name="Rectangle 2"/>
          <p:cNvSpPr>
            <a:spLocks noGrp="1" noChangeArrowheads="1"/>
          </p:cNvSpPr>
          <p:nvPr>
            <p:ph type="title"/>
          </p:nvPr>
        </p:nvSpPr>
        <p:spPr>
          <a:xfrm>
            <a:off x="603315" y="796374"/>
            <a:ext cx="7937369" cy="880027"/>
          </a:xfrm>
        </p:spPr>
        <p:txBody>
          <a:bodyPr>
            <a:normAutofit/>
          </a:bodyPr>
          <a:lstStyle/>
          <a:p>
            <a:r>
              <a:rPr lang="en-US" b="1">
                <a:solidFill>
                  <a:srgbClr val="FFFFFF"/>
                </a:solidFill>
              </a:rPr>
              <a:t>LDA/ Fisherfaces</a:t>
            </a:r>
          </a:p>
        </p:txBody>
      </p:sp>
      <p:sp>
        <p:nvSpPr>
          <p:cNvPr id="26635" name="Rectangle 26634">
            <a:extLst>
              <a:ext uri="{FF2B5EF4-FFF2-40B4-BE49-F238E27FC236}">
                <a16:creationId xmlns:a16="http://schemas.microsoft.com/office/drawing/2014/main" id="{999F76F5-72D4-4814-9169-8F535AEEB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8060" y="648377"/>
            <a:ext cx="8167878" cy="115214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MY"/>
          </a:p>
        </p:txBody>
      </p:sp>
      <p:sp>
        <p:nvSpPr>
          <p:cNvPr id="26637" name="Rectangle 26636">
            <a:extLst>
              <a:ext uri="{FF2B5EF4-FFF2-40B4-BE49-F238E27FC236}">
                <a16:creationId xmlns:a16="http://schemas.microsoft.com/office/drawing/2014/main" id="{C6202988-4466-42C5-B33A-AFABF051B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9144000" cy="4572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62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p:cNvSpPr>
            <a:spLocks noGrp="1"/>
          </p:cNvSpPr>
          <p:nvPr>
            <p:ph idx="1"/>
          </p:nvPr>
        </p:nvSpPr>
        <p:spPr>
          <a:xfrm>
            <a:off x="971550" y="2612256"/>
            <a:ext cx="7200897" cy="3263612"/>
          </a:xfrm>
        </p:spPr>
        <p:txBody>
          <a:bodyPr>
            <a:normAutofit/>
          </a:bodyPr>
          <a:lstStyle/>
          <a:p>
            <a:r>
              <a:rPr lang="en-US" b="1" dirty="0">
                <a:solidFill>
                  <a:srgbClr val="C00000"/>
                </a:solidFill>
                <a:effectLst>
                  <a:outerShdw blurRad="38100" dist="38100" dir="2700000" algn="tl">
                    <a:srgbClr val="000000">
                      <a:alpha val="43137"/>
                    </a:srgbClr>
                  </a:outerShdw>
                </a:effectLst>
              </a:rPr>
              <a:t>Linear Discriminant Analysis</a:t>
            </a:r>
            <a:r>
              <a:rPr lang="en-US" dirty="0">
                <a:solidFill>
                  <a:srgbClr val="C00000"/>
                </a:solidFill>
                <a:effectLst>
                  <a:outerShdw blurRad="38100" dist="38100" dir="2700000" algn="tl">
                    <a:srgbClr val="000000">
                      <a:alpha val="43137"/>
                    </a:srgbClr>
                  </a:outerShdw>
                </a:effectLst>
              </a:rPr>
              <a:t> </a:t>
            </a:r>
            <a:r>
              <a:rPr lang="en-US" dirty="0"/>
              <a:t>(LDA)/ </a:t>
            </a:r>
            <a:r>
              <a:rPr lang="en-US" dirty="0" err="1"/>
              <a:t>Fisherfaces</a:t>
            </a:r>
            <a:endParaRPr lang="en-US" dirty="0"/>
          </a:p>
          <a:p>
            <a:pPr lvl="1"/>
            <a:r>
              <a:rPr lang="en-US" dirty="0"/>
              <a:t>Generalization method of Fisher Linear Discriminant</a:t>
            </a:r>
          </a:p>
          <a:p>
            <a:pPr lvl="1"/>
            <a:r>
              <a:rPr lang="en-US" dirty="0"/>
              <a:t>Supervised linear transformation techniques</a:t>
            </a:r>
          </a:p>
          <a:p>
            <a:pPr lvl="1"/>
            <a:r>
              <a:rPr lang="en-US" dirty="0"/>
              <a:t>LDA finds the vectors in the underlying space that best discriminate among classes</a:t>
            </a:r>
          </a:p>
          <a:p>
            <a:pPr lvl="1"/>
            <a:r>
              <a:rPr lang="en-US" dirty="0"/>
              <a:t>Aims to increase the inter-class variability while minimizing intra-class variability (maximize the separation between multiple classes)</a:t>
            </a:r>
          </a:p>
          <a:p>
            <a:endParaRPr lang="en-US" dirty="0"/>
          </a:p>
        </p:txBody>
      </p:sp>
    </p:spTree>
    <p:extLst>
      <p:ext uri="{BB962C8B-B14F-4D97-AF65-F5344CB8AC3E}">
        <p14:creationId xmlns:p14="http://schemas.microsoft.com/office/powerpoint/2010/main" val="32026283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a:t>PCA vs. LDA</a:t>
            </a:r>
            <a:endParaRPr lang="en-US"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865" y="2478104"/>
            <a:ext cx="6803548" cy="3464559"/>
          </a:xfrm>
          <a:prstGeom prst="rect">
            <a:avLst/>
          </a:prstGeom>
          <a:ln w="19050">
            <a:solidFill>
              <a:schemeClr val="tx1"/>
            </a:solidFill>
          </a:ln>
        </p:spPr>
      </p:pic>
    </p:spTree>
    <p:extLst>
      <p:ext uri="{BB962C8B-B14F-4D97-AF65-F5344CB8AC3E}">
        <p14:creationId xmlns:p14="http://schemas.microsoft.com/office/powerpoint/2010/main" val="38776746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27655" name="Rectangle 27654">
            <a:extLst>
              <a:ext uri="{FF2B5EF4-FFF2-40B4-BE49-F238E27FC236}">
                <a16:creationId xmlns:a16="http://schemas.microsoft.com/office/drawing/2014/main" id="{52723366-C73B-4ED6-ADEF-29911C6BC5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7" name="Rectangle 27656">
            <a:extLst>
              <a:ext uri="{FF2B5EF4-FFF2-40B4-BE49-F238E27FC236}">
                <a16:creationId xmlns:a16="http://schemas.microsoft.com/office/drawing/2014/main" id="{847A4152-8E41-4D1C-B88C-57C5C430A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3473" y="484632"/>
            <a:ext cx="8417053" cy="1479635"/>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0" name="Rectangle 2"/>
          <p:cNvSpPr>
            <a:spLocks noGrp="1" noChangeArrowheads="1"/>
          </p:cNvSpPr>
          <p:nvPr>
            <p:ph type="title"/>
          </p:nvPr>
        </p:nvSpPr>
        <p:spPr>
          <a:xfrm>
            <a:off x="603315" y="796374"/>
            <a:ext cx="7937369" cy="880027"/>
          </a:xfrm>
        </p:spPr>
        <p:txBody>
          <a:bodyPr>
            <a:normAutofit/>
          </a:bodyPr>
          <a:lstStyle/>
          <a:p>
            <a:pPr eaLnBrk="1" hangingPunct="1"/>
            <a:r>
              <a:rPr lang="en-US" b="1">
                <a:solidFill>
                  <a:srgbClr val="FFFFFF"/>
                </a:solidFill>
              </a:rPr>
              <a:t>ICA</a:t>
            </a:r>
          </a:p>
        </p:txBody>
      </p:sp>
      <p:sp>
        <p:nvSpPr>
          <p:cNvPr id="27659" name="Rectangle 27658">
            <a:extLst>
              <a:ext uri="{FF2B5EF4-FFF2-40B4-BE49-F238E27FC236}">
                <a16:creationId xmlns:a16="http://schemas.microsoft.com/office/drawing/2014/main" id="{999F76F5-72D4-4814-9169-8F535AEEB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8060" y="648377"/>
            <a:ext cx="8167878" cy="115214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MY"/>
          </a:p>
        </p:txBody>
      </p:sp>
      <p:sp>
        <p:nvSpPr>
          <p:cNvPr id="27661" name="Rectangle 27660">
            <a:extLst>
              <a:ext uri="{FF2B5EF4-FFF2-40B4-BE49-F238E27FC236}">
                <a16:creationId xmlns:a16="http://schemas.microsoft.com/office/drawing/2014/main" id="{C6202988-4466-42C5-B33A-AFABF051B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9144000" cy="4572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62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971550" y="2612256"/>
            <a:ext cx="7200897" cy="3263612"/>
          </a:xfrm>
        </p:spPr>
        <p:txBody>
          <a:bodyPr>
            <a:normAutofit/>
          </a:bodyPr>
          <a:lstStyle/>
          <a:p>
            <a:r>
              <a:rPr lang="en-US" b="1" dirty="0">
                <a:solidFill>
                  <a:srgbClr val="C00000"/>
                </a:solidFill>
                <a:effectLst>
                  <a:outerShdw blurRad="38100" dist="38100" dir="2700000" algn="tl">
                    <a:srgbClr val="000000">
                      <a:alpha val="43137"/>
                    </a:srgbClr>
                  </a:outerShdw>
                </a:effectLst>
              </a:rPr>
              <a:t>Independent Component Analysis </a:t>
            </a:r>
            <a:r>
              <a:rPr lang="en-US" dirty="0"/>
              <a:t>(ICA)</a:t>
            </a:r>
          </a:p>
          <a:p>
            <a:pPr lvl="1"/>
            <a:r>
              <a:rPr lang="en-US" dirty="0"/>
              <a:t>Generalization of PCA (nonlinear) – sensitive to high-order relationships</a:t>
            </a:r>
          </a:p>
          <a:p>
            <a:pPr lvl="1"/>
            <a:r>
              <a:rPr lang="en-US" dirty="0"/>
              <a:t>Believes that most of the important information may be contained in the high-order relationships among pixels</a:t>
            </a:r>
          </a:p>
          <a:p>
            <a:pPr lvl="1"/>
            <a:r>
              <a:rPr lang="en-US" dirty="0"/>
              <a:t>Minimizes both second-order and higher-order dependencies in the input data and attempts to find the basis along which the data (when projected onto them) are statistically independent</a:t>
            </a:r>
          </a:p>
          <a:p>
            <a:endParaRPr lang="en-US" dirty="0"/>
          </a:p>
        </p:txBody>
      </p:sp>
    </p:spTree>
    <p:extLst>
      <p:ext uri="{BB962C8B-B14F-4D97-AF65-F5344CB8AC3E}">
        <p14:creationId xmlns:p14="http://schemas.microsoft.com/office/powerpoint/2010/main" val="2901583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ICA</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970" y="2667000"/>
            <a:ext cx="7064523" cy="2362200"/>
          </a:xfrm>
          <a:prstGeom prst="rect">
            <a:avLst/>
          </a:prstGeom>
          <a:ln w="19050">
            <a:solidFill>
              <a:schemeClr val="tx1"/>
            </a:solidFill>
          </a:ln>
        </p:spPr>
      </p:pic>
      <p:sp>
        <p:nvSpPr>
          <p:cNvPr id="6" name="TextBox 5"/>
          <p:cNvSpPr txBox="1"/>
          <p:nvPr/>
        </p:nvSpPr>
        <p:spPr>
          <a:xfrm>
            <a:off x="2895600" y="5181600"/>
            <a:ext cx="3886200" cy="584775"/>
          </a:xfrm>
          <a:prstGeom prst="rect">
            <a:avLst/>
          </a:prstGeom>
          <a:noFill/>
        </p:spPr>
        <p:txBody>
          <a:bodyPr wrap="square" rtlCol="0">
            <a:spAutoFit/>
          </a:bodyPr>
          <a:lstStyle/>
          <a:p>
            <a:pPr algn="ctr"/>
            <a:r>
              <a:rPr lang="en-US" sz="1600" dirty="0">
                <a:latin typeface="+mj-lt"/>
              </a:rPr>
              <a:t>Basis images obtained with ICA: </a:t>
            </a:r>
          </a:p>
          <a:p>
            <a:pPr algn="ctr"/>
            <a:r>
              <a:rPr lang="en-US" sz="1600" dirty="0">
                <a:latin typeface="+mj-lt"/>
              </a:rPr>
              <a:t>Architecture I (top) and II (bottom)</a:t>
            </a:r>
          </a:p>
        </p:txBody>
      </p:sp>
    </p:spTree>
    <p:extLst>
      <p:ext uri="{BB962C8B-B14F-4D97-AF65-F5344CB8AC3E}">
        <p14:creationId xmlns:p14="http://schemas.microsoft.com/office/powerpoint/2010/main" val="2828906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28679" name="Rectangle 28678">
            <a:extLst>
              <a:ext uri="{FF2B5EF4-FFF2-40B4-BE49-F238E27FC236}">
                <a16:creationId xmlns:a16="http://schemas.microsoft.com/office/drawing/2014/main" id="{52723366-C73B-4ED6-ADEF-29911C6BC5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81" name="Rectangle 28680">
            <a:extLst>
              <a:ext uri="{FF2B5EF4-FFF2-40B4-BE49-F238E27FC236}">
                <a16:creationId xmlns:a16="http://schemas.microsoft.com/office/drawing/2014/main" id="{847A4152-8E41-4D1C-B88C-57C5C430A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3473" y="484632"/>
            <a:ext cx="8417053" cy="1479635"/>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74" name="Rectangle 2"/>
          <p:cNvSpPr>
            <a:spLocks noGrp="1" noChangeArrowheads="1"/>
          </p:cNvSpPr>
          <p:nvPr>
            <p:ph type="title"/>
          </p:nvPr>
        </p:nvSpPr>
        <p:spPr>
          <a:xfrm>
            <a:off x="603315" y="796374"/>
            <a:ext cx="7937369" cy="880027"/>
          </a:xfrm>
        </p:spPr>
        <p:txBody>
          <a:bodyPr>
            <a:normAutofit/>
          </a:bodyPr>
          <a:lstStyle/>
          <a:p>
            <a:pPr eaLnBrk="1" hangingPunct="1"/>
            <a:r>
              <a:rPr lang="en-US" b="1">
                <a:solidFill>
                  <a:srgbClr val="FFFFFF"/>
                </a:solidFill>
              </a:rPr>
              <a:t>Evolutionary Pursuit (EP)</a:t>
            </a:r>
          </a:p>
        </p:txBody>
      </p:sp>
      <p:sp>
        <p:nvSpPr>
          <p:cNvPr id="28683" name="Rectangle 28682">
            <a:extLst>
              <a:ext uri="{FF2B5EF4-FFF2-40B4-BE49-F238E27FC236}">
                <a16:creationId xmlns:a16="http://schemas.microsoft.com/office/drawing/2014/main" id="{999F76F5-72D4-4814-9169-8F535AEEB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8060" y="648377"/>
            <a:ext cx="8167878" cy="115214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MY"/>
          </a:p>
        </p:txBody>
      </p:sp>
      <p:sp>
        <p:nvSpPr>
          <p:cNvPr id="28685" name="Rectangle 28684">
            <a:extLst>
              <a:ext uri="{FF2B5EF4-FFF2-40B4-BE49-F238E27FC236}">
                <a16:creationId xmlns:a16="http://schemas.microsoft.com/office/drawing/2014/main" id="{C6202988-4466-42C5-B33A-AFABF051B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9144000" cy="4572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62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p:cNvSpPr>
            <a:spLocks noGrp="1"/>
          </p:cNvSpPr>
          <p:nvPr>
            <p:ph idx="1"/>
          </p:nvPr>
        </p:nvSpPr>
        <p:spPr>
          <a:xfrm>
            <a:off x="971550" y="2612256"/>
            <a:ext cx="7200897" cy="3263612"/>
          </a:xfrm>
        </p:spPr>
        <p:txBody>
          <a:bodyPr>
            <a:normAutofit/>
          </a:bodyPr>
          <a:lstStyle/>
          <a:p>
            <a:r>
              <a:rPr lang="en-US" dirty="0"/>
              <a:t>Is an </a:t>
            </a:r>
            <a:r>
              <a:rPr lang="en-US" dirty="0" err="1"/>
              <a:t>eigenspace</a:t>
            </a:r>
            <a:r>
              <a:rPr lang="en-US" dirty="0"/>
              <a:t>-based adaptive approach</a:t>
            </a:r>
          </a:p>
          <a:p>
            <a:r>
              <a:rPr lang="en-US" dirty="0"/>
              <a:t>Use genetic algorithm (GA) to determine the optimal basis for encoding human faces</a:t>
            </a:r>
          </a:p>
          <a:p>
            <a:r>
              <a:rPr lang="en-US" dirty="0"/>
              <a:t>Searches all the possible subspaces to derive the best features </a:t>
            </a:r>
          </a:p>
          <a:p>
            <a:r>
              <a:rPr lang="en-US" dirty="0"/>
              <a:t>Technically believed to perform better than other PCA, LDA, and ICA.</a:t>
            </a:r>
          </a:p>
          <a:p>
            <a:endParaRPr lang="en-US" dirty="0"/>
          </a:p>
        </p:txBody>
      </p:sp>
    </p:spTree>
    <p:extLst>
      <p:ext uri="{BB962C8B-B14F-4D97-AF65-F5344CB8AC3E}">
        <p14:creationId xmlns:p14="http://schemas.microsoft.com/office/powerpoint/2010/main" val="30057604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838200"/>
            <a:ext cx="5257800" cy="5257800"/>
          </a:xfrm>
          <a:prstGeom prst="rect">
            <a:avLst/>
          </a:prstGeom>
        </p:spPr>
      </p:pic>
    </p:spTree>
    <p:extLst>
      <p:ext uri="{BB962C8B-B14F-4D97-AF65-F5344CB8AC3E}">
        <p14:creationId xmlns:p14="http://schemas.microsoft.com/office/powerpoint/2010/main" val="5508928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2723366-C73B-4ED6-ADEF-29911C6BC5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47A4152-8E41-4D1C-B88C-57C5C430A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3473" y="484632"/>
            <a:ext cx="8417053" cy="1479635"/>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3315" y="796374"/>
            <a:ext cx="7937369" cy="880027"/>
          </a:xfrm>
        </p:spPr>
        <p:txBody>
          <a:bodyPr>
            <a:normAutofit/>
          </a:bodyPr>
          <a:lstStyle/>
          <a:p>
            <a:r>
              <a:rPr lang="en-US" b="1">
                <a:solidFill>
                  <a:srgbClr val="FFFFFF"/>
                </a:solidFill>
              </a:rPr>
              <a:t>LPP/ Laplacianface</a:t>
            </a:r>
          </a:p>
        </p:txBody>
      </p:sp>
      <p:sp>
        <p:nvSpPr>
          <p:cNvPr id="12" name="Rectangle 11">
            <a:extLst>
              <a:ext uri="{FF2B5EF4-FFF2-40B4-BE49-F238E27FC236}">
                <a16:creationId xmlns:a16="http://schemas.microsoft.com/office/drawing/2014/main" id="{999F76F5-72D4-4814-9169-8F535AEEB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8060" y="648377"/>
            <a:ext cx="8167878" cy="115214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MY"/>
          </a:p>
        </p:txBody>
      </p:sp>
      <p:sp>
        <p:nvSpPr>
          <p:cNvPr id="14" name="Rectangle 13">
            <a:extLst>
              <a:ext uri="{FF2B5EF4-FFF2-40B4-BE49-F238E27FC236}">
                <a16:creationId xmlns:a16="http://schemas.microsoft.com/office/drawing/2014/main" id="{C6202988-4466-42C5-B33A-AFABF051B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6000"/>
            <a:ext cx="9144000" cy="4572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62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971550" y="2612256"/>
            <a:ext cx="7200897" cy="3263612"/>
          </a:xfrm>
        </p:spPr>
        <p:txBody>
          <a:bodyPr>
            <a:normAutofit/>
          </a:bodyPr>
          <a:lstStyle/>
          <a:p>
            <a:r>
              <a:rPr lang="en-US" dirty="0"/>
              <a:t>Locality Preserving Projections (LPP) approach</a:t>
            </a:r>
          </a:p>
          <a:p>
            <a:r>
              <a:rPr lang="en-US" dirty="0"/>
              <a:t>Face images are mapped into a face subspace for analysis</a:t>
            </a:r>
          </a:p>
          <a:p>
            <a:r>
              <a:rPr lang="en-US" dirty="0"/>
              <a:t>Finds an embedding that preserves local information, and obtains a face subspace that best detects the essential face manifold structure</a:t>
            </a:r>
          </a:p>
          <a:p>
            <a:pPr lvl="1"/>
            <a:r>
              <a:rPr lang="en-US" dirty="0"/>
              <a:t>Different from PCA and LDA which see only the Euclidean structure of face space</a:t>
            </a:r>
          </a:p>
        </p:txBody>
      </p:sp>
    </p:spTree>
    <p:extLst>
      <p:ext uri="{BB962C8B-B14F-4D97-AF65-F5344CB8AC3E}">
        <p14:creationId xmlns:p14="http://schemas.microsoft.com/office/powerpoint/2010/main" val="23879791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2AC0F86-9A78-4E84-A4B4-ADB8B2629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4AF78B9E-8BE2-4706-9377-A05FA25ABA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02" y="0"/>
            <a:ext cx="9172471" cy="6856214"/>
            <a:chOff x="-15736" y="0"/>
            <a:chExt cx="12229962" cy="6856214"/>
          </a:xfrm>
        </p:grpSpPr>
        <p:pic>
          <p:nvPicPr>
            <p:cNvPr id="13" name="Picture 12">
              <a:extLst>
                <a:ext uri="{FF2B5EF4-FFF2-40B4-BE49-F238E27FC236}">
                  <a16:creationId xmlns:a16="http://schemas.microsoft.com/office/drawing/2014/main" id="{32CDFDE2-4DB3-4623-BA21-187D1B710FB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4" name="Rectangle 13">
              <a:extLst>
                <a:ext uri="{FF2B5EF4-FFF2-40B4-BE49-F238E27FC236}">
                  <a16:creationId xmlns:a16="http://schemas.microsoft.com/office/drawing/2014/main" id="{ED74B2AA-1443-4E9B-8462-F7F5B8525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15" name="Picture 14">
              <a:extLst>
                <a:ext uri="{FF2B5EF4-FFF2-40B4-BE49-F238E27FC236}">
                  <a16:creationId xmlns:a16="http://schemas.microsoft.com/office/drawing/2014/main" id="{9BB652B6-7300-49EC-9422-EF5342492AF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6" name="Picture 15">
              <a:extLst>
                <a:ext uri="{FF2B5EF4-FFF2-40B4-BE49-F238E27FC236}">
                  <a16:creationId xmlns:a16="http://schemas.microsoft.com/office/drawing/2014/main" id="{D0909587-01DE-424D-A15F-DAA28CF2CD3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p:cNvSpPr>
            <a:spLocks noGrp="1"/>
          </p:cNvSpPr>
          <p:nvPr>
            <p:ph type="title"/>
          </p:nvPr>
        </p:nvSpPr>
        <p:spPr>
          <a:xfrm>
            <a:off x="5651868" y="982132"/>
            <a:ext cx="2520579" cy="1303867"/>
          </a:xfrm>
        </p:spPr>
        <p:txBody>
          <a:bodyPr>
            <a:normAutofit/>
          </a:bodyPr>
          <a:lstStyle/>
          <a:p>
            <a:pPr>
              <a:lnSpc>
                <a:spcPct val="90000"/>
              </a:lnSpc>
            </a:pPr>
            <a:r>
              <a:rPr lang="en-US" sz="3100" b="1"/>
              <a:t>LPP/ </a:t>
            </a:r>
            <a:r>
              <a:rPr lang="en-US" sz="3100" b="1" err="1"/>
              <a:t>Laplacianface</a:t>
            </a:r>
            <a:endParaRPr lang="en-US" sz="3100"/>
          </a:p>
        </p:txBody>
      </p:sp>
      <p:sp>
        <p:nvSpPr>
          <p:cNvPr id="18" name="Rectangle 17">
            <a:extLst>
              <a:ext uri="{FF2B5EF4-FFF2-40B4-BE49-F238E27FC236}">
                <a16:creationId xmlns:a16="http://schemas.microsoft.com/office/drawing/2014/main" id="{69A54E25-1C05-48E5-A5CC-3778C1D363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482" y="1092200"/>
            <a:ext cx="4457015" cy="451510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rotWithShape="1">
          <a:blip r:embed="rId5">
            <a:extLst>
              <a:ext uri="{28A0092B-C50C-407E-A947-70E740481C1C}">
                <a14:useLocalDpi xmlns:a14="http://schemas.microsoft.com/office/drawing/2010/main" val="0"/>
              </a:ext>
            </a:extLst>
          </a:blip>
          <a:srcRect l="10704" r="13591" b="1"/>
          <a:stretch/>
        </p:blipFill>
        <p:spPr>
          <a:xfrm>
            <a:off x="1059512" y="1410208"/>
            <a:ext cx="3959083" cy="3858780"/>
          </a:xfrm>
          <a:prstGeom prst="rect">
            <a:avLst/>
          </a:prstGeom>
        </p:spPr>
      </p:pic>
      <p:cxnSp>
        <p:nvCxnSpPr>
          <p:cNvPr id="20" name="Straight Connector 19">
            <a:extLst>
              <a:ext uri="{FF2B5EF4-FFF2-40B4-BE49-F238E27FC236}">
                <a16:creationId xmlns:a16="http://schemas.microsoft.com/office/drawing/2014/main" id="{0E5D0023-B23E-4823-8D72-B07FFF8CAE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40066" y="2400639"/>
            <a:ext cx="2532381"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p:cNvSpPr>
            <a:spLocks noGrp="1"/>
          </p:cNvSpPr>
          <p:nvPr>
            <p:ph idx="1"/>
          </p:nvPr>
        </p:nvSpPr>
        <p:spPr>
          <a:xfrm>
            <a:off x="5651868" y="2556932"/>
            <a:ext cx="2520578" cy="3318936"/>
          </a:xfrm>
        </p:spPr>
        <p:txBody>
          <a:bodyPr>
            <a:normAutofit/>
          </a:bodyPr>
          <a:lstStyle/>
          <a:p>
            <a:pPr>
              <a:lnSpc>
                <a:spcPct val="90000"/>
              </a:lnSpc>
            </a:pPr>
            <a:r>
              <a:rPr lang="en-US" dirty="0"/>
              <a:t>Able to eliminate and reduce the unwanted variations resulting from changes in lighting, facial expression, and pose</a:t>
            </a:r>
            <a:endParaRPr lang="en-US"/>
          </a:p>
        </p:txBody>
      </p:sp>
    </p:spTree>
    <p:extLst>
      <p:ext uri="{BB962C8B-B14F-4D97-AF65-F5344CB8AC3E}">
        <p14:creationId xmlns:p14="http://schemas.microsoft.com/office/powerpoint/2010/main" val="25853279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29703" name="Rectangle 29702">
            <a:extLst>
              <a:ext uri="{FF2B5EF4-FFF2-40B4-BE49-F238E27FC236}">
                <a16:creationId xmlns:a16="http://schemas.microsoft.com/office/drawing/2014/main" id="{E0837993-CF68-4B71-B30D-9FF2DBDC6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705" name="Group 29704">
            <a:extLst>
              <a:ext uri="{FF2B5EF4-FFF2-40B4-BE49-F238E27FC236}">
                <a16:creationId xmlns:a16="http://schemas.microsoft.com/office/drawing/2014/main" id="{5BC1EB0E-C682-4477-94FF-E3696ACD5A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02" y="0"/>
            <a:ext cx="9172471" cy="6856214"/>
            <a:chOff x="-15736" y="0"/>
            <a:chExt cx="12229962" cy="6856214"/>
          </a:xfrm>
        </p:grpSpPr>
        <p:pic>
          <p:nvPicPr>
            <p:cNvPr id="29706" name="Picture 29705">
              <a:extLst>
                <a:ext uri="{FF2B5EF4-FFF2-40B4-BE49-F238E27FC236}">
                  <a16:creationId xmlns:a16="http://schemas.microsoft.com/office/drawing/2014/main" id="{AFA120B5-D483-4179-B163-E5D72313C92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9707" name="Rectangle 29706">
              <a:extLst>
                <a:ext uri="{FF2B5EF4-FFF2-40B4-BE49-F238E27FC236}">
                  <a16:creationId xmlns:a16="http://schemas.microsoft.com/office/drawing/2014/main" id="{F9A685BA-AB04-4A20-A6D5-BA403BAA7B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29708" name="Picture 29707">
              <a:extLst>
                <a:ext uri="{FF2B5EF4-FFF2-40B4-BE49-F238E27FC236}">
                  <a16:creationId xmlns:a16="http://schemas.microsoft.com/office/drawing/2014/main" id="{C2823476-35C9-4E21-A7A8-8EE69CF2EEE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29709" name="Picture 29708">
              <a:extLst>
                <a:ext uri="{FF2B5EF4-FFF2-40B4-BE49-F238E27FC236}">
                  <a16:creationId xmlns:a16="http://schemas.microsoft.com/office/drawing/2014/main" id="{06AA5951-06F3-4E0D-9B67-2FDEAA46EE8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9698" name="Rectangle 2"/>
          <p:cNvSpPr>
            <a:spLocks noGrp="1" noChangeArrowheads="1"/>
          </p:cNvSpPr>
          <p:nvPr>
            <p:ph type="title"/>
          </p:nvPr>
        </p:nvSpPr>
        <p:spPr>
          <a:xfrm>
            <a:off x="819482" y="1092200"/>
            <a:ext cx="2196563" cy="4498860"/>
          </a:xfrm>
        </p:spPr>
        <p:txBody>
          <a:bodyPr>
            <a:normAutofit/>
          </a:bodyPr>
          <a:lstStyle/>
          <a:p>
            <a:pPr eaLnBrk="1" hangingPunct="1"/>
            <a:r>
              <a:rPr lang="en-US" sz="3700" b="1"/>
              <a:t>Elastic Bunch Graph Matching (EBGM) </a:t>
            </a:r>
          </a:p>
        </p:txBody>
      </p:sp>
      <p:sp>
        <p:nvSpPr>
          <p:cNvPr id="2" name="Content Placeholder 1"/>
          <p:cNvSpPr>
            <a:spLocks noGrp="1"/>
          </p:cNvSpPr>
          <p:nvPr>
            <p:ph idx="1"/>
          </p:nvPr>
        </p:nvSpPr>
        <p:spPr>
          <a:xfrm>
            <a:off x="3415645" y="1092200"/>
            <a:ext cx="4909820" cy="2948858"/>
          </a:xfrm>
        </p:spPr>
        <p:txBody>
          <a:bodyPr>
            <a:normAutofit/>
          </a:bodyPr>
          <a:lstStyle/>
          <a:p>
            <a:r>
              <a:rPr lang="en-US" sz="2200"/>
              <a:t>All human faces share a similar topological structure.</a:t>
            </a:r>
          </a:p>
          <a:p>
            <a:r>
              <a:rPr lang="en-US" sz="2200"/>
              <a:t>Faces are represented as graphs, with nodes positioned at fiducial points. (eyes, nose...) and edges labeled with 2-D distance vectors. </a:t>
            </a:r>
          </a:p>
          <a:p>
            <a:r>
              <a:rPr lang="en-US" sz="2200"/>
              <a:t>Recognition is based on labeled graphs. </a:t>
            </a:r>
          </a:p>
        </p:txBody>
      </p:sp>
      <p:pic>
        <p:nvPicPr>
          <p:cNvPr id="7" name="Picture 6" descr="EBGM"/>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a:xfrm>
            <a:off x="3848120" y="4227218"/>
            <a:ext cx="4056672" cy="1399552"/>
          </a:xfrm>
          <a:prstGeom prst="rect">
            <a:avLst/>
          </a:prstGeom>
          <a:noFill/>
          <a:ln w="57150" cmpd="thickThin">
            <a:solidFill>
              <a:srgbClr val="7F7F7F"/>
            </a:solidFill>
            <a:miter lim="800000"/>
          </a:ln>
        </p:spPr>
      </p:pic>
    </p:spTree>
    <p:extLst>
      <p:ext uri="{BB962C8B-B14F-4D97-AF65-F5344CB8AC3E}">
        <p14:creationId xmlns:p14="http://schemas.microsoft.com/office/powerpoint/2010/main" val="31637019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b="1" dirty="0">
                <a:solidFill>
                  <a:schemeClr val="tx1"/>
                </a:solidFill>
              </a:rPr>
              <a:t>Standard Face Database</a:t>
            </a:r>
            <a:endParaRPr lang="en-GB" b="1" dirty="0">
              <a:solidFill>
                <a:schemeClr val="tx1"/>
              </a:solidFill>
            </a:endParaRPr>
          </a:p>
        </p:txBody>
      </p:sp>
      <p:sp>
        <p:nvSpPr>
          <p:cNvPr id="2" name="Content Placeholder 1"/>
          <p:cNvSpPr>
            <a:spLocks noGrp="1"/>
          </p:cNvSpPr>
          <p:nvPr>
            <p:ph idx="1"/>
          </p:nvPr>
        </p:nvSpPr>
        <p:spPr/>
        <p:txBody>
          <a:bodyPr/>
          <a:lstStyle/>
          <a:p>
            <a:r>
              <a:rPr lang="en-US" dirty="0"/>
              <a:t>When benchmarking an algorithm, it is recommendable to use a standard test data set for researchers to be able to directly compare the results.</a:t>
            </a:r>
          </a:p>
          <a:p>
            <a:r>
              <a:rPr lang="en-US" dirty="0"/>
              <a:t>Choice of an appropriate database to be used should be made based on the task given:</a:t>
            </a:r>
          </a:p>
          <a:p>
            <a:pPr lvl="1"/>
            <a:r>
              <a:rPr lang="en-US" dirty="0"/>
              <a:t>Aging, expressions, lighting etc.</a:t>
            </a:r>
          </a:p>
        </p:txBody>
      </p:sp>
    </p:spTree>
    <p:extLst>
      <p:ext uri="{BB962C8B-B14F-4D97-AF65-F5344CB8AC3E}">
        <p14:creationId xmlns:p14="http://schemas.microsoft.com/office/powerpoint/2010/main" val="37159219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Standard Face Database</a:t>
            </a:r>
            <a:endParaRPr lang="en-US" dirty="0"/>
          </a:p>
        </p:txBody>
      </p:sp>
      <p:sp>
        <p:nvSpPr>
          <p:cNvPr id="3" name="Content Placeholder 2"/>
          <p:cNvSpPr>
            <a:spLocks noGrp="1"/>
          </p:cNvSpPr>
          <p:nvPr>
            <p:ph idx="1"/>
          </p:nvPr>
        </p:nvSpPr>
        <p:spPr/>
        <p:txBody>
          <a:bodyPr/>
          <a:lstStyle/>
          <a:p>
            <a:r>
              <a:rPr lang="en-US" dirty="0"/>
              <a:t>Some popular face data sets, included but not limited to:</a:t>
            </a:r>
          </a:p>
          <a:p>
            <a:pPr lvl="1"/>
            <a:r>
              <a:rPr lang="en-US" dirty="0"/>
              <a:t>The color FERET Database, USA.</a:t>
            </a:r>
          </a:p>
          <a:p>
            <a:pPr lvl="1"/>
            <a:r>
              <a:rPr lang="en-US" dirty="0"/>
              <a:t>Yale Face Database</a:t>
            </a:r>
          </a:p>
          <a:p>
            <a:pPr lvl="1"/>
            <a:r>
              <a:rPr lang="en-US" dirty="0"/>
              <a:t>AT&amp;T "The Database of Faces" </a:t>
            </a:r>
          </a:p>
          <a:p>
            <a:pPr lvl="1"/>
            <a:r>
              <a:rPr lang="en-US" dirty="0"/>
              <a:t>PIE Database, CMU</a:t>
            </a:r>
          </a:p>
          <a:p>
            <a:r>
              <a:rPr lang="en-US" dirty="0"/>
              <a:t>List of useful face databases can be found here: </a:t>
            </a:r>
            <a:r>
              <a:rPr lang="en-US" dirty="0">
                <a:solidFill>
                  <a:schemeClr val="accent1">
                    <a:lumMod val="75000"/>
                  </a:schemeClr>
                </a:solidFill>
                <a:hlinkClick r:id="rId2">
                  <a:extLst>
                    <a:ext uri="{A12FA001-AC4F-418D-AE19-62706E023703}">
                      <ahyp:hlinkClr xmlns:ahyp="http://schemas.microsoft.com/office/drawing/2018/hyperlinkcolor" val="tx"/>
                    </a:ext>
                  </a:extLst>
                </a:hlinkClick>
              </a:rPr>
              <a:t>http://www.face-rec.org/databases/</a:t>
            </a:r>
            <a:endParaRPr lang="en-US" dirty="0">
              <a:solidFill>
                <a:schemeClr val="accent1">
                  <a:lumMod val="75000"/>
                </a:schemeClr>
              </a:solidFill>
            </a:endParaRPr>
          </a:p>
          <a:p>
            <a:pPr marL="457200" lvl="1" indent="0">
              <a:buNone/>
            </a:pPr>
            <a:endParaRPr lang="en-US" dirty="0"/>
          </a:p>
          <a:p>
            <a:pPr marL="0" indent="0">
              <a:buNone/>
            </a:pPr>
            <a:endParaRPr lang="en-US" dirty="0"/>
          </a:p>
        </p:txBody>
      </p:sp>
    </p:spTree>
    <p:extLst>
      <p:ext uri="{BB962C8B-B14F-4D97-AF65-F5344CB8AC3E}">
        <p14:creationId xmlns:p14="http://schemas.microsoft.com/office/powerpoint/2010/main" val="19633351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31751" name="Rectangle 31750">
            <a:extLst>
              <a:ext uri="{FF2B5EF4-FFF2-40B4-BE49-F238E27FC236}">
                <a16:creationId xmlns:a16="http://schemas.microsoft.com/office/drawing/2014/main" id="{E0837993-CF68-4B71-B30D-9FF2DBDC6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753" name="Group 31752">
            <a:extLst>
              <a:ext uri="{FF2B5EF4-FFF2-40B4-BE49-F238E27FC236}">
                <a16:creationId xmlns:a16="http://schemas.microsoft.com/office/drawing/2014/main" id="{5BC1EB0E-C682-4477-94FF-E3696ACD5A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02" y="0"/>
            <a:ext cx="9172471" cy="6856214"/>
            <a:chOff x="-15736" y="0"/>
            <a:chExt cx="12229962" cy="6856214"/>
          </a:xfrm>
        </p:grpSpPr>
        <p:pic>
          <p:nvPicPr>
            <p:cNvPr id="31754" name="Picture 31753">
              <a:extLst>
                <a:ext uri="{FF2B5EF4-FFF2-40B4-BE49-F238E27FC236}">
                  <a16:creationId xmlns:a16="http://schemas.microsoft.com/office/drawing/2014/main" id="{AFA120B5-D483-4179-B163-E5D72313C92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1755" name="Rectangle 31754">
              <a:extLst>
                <a:ext uri="{FF2B5EF4-FFF2-40B4-BE49-F238E27FC236}">
                  <a16:creationId xmlns:a16="http://schemas.microsoft.com/office/drawing/2014/main" id="{F9A685BA-AB04-4A20-A6D5-BA403BAA7B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31756" name="Picture 31755">
              <a:extLst>
                <a:ext uri="{FF2B5EF4-FFF2-40B4-BE49-F238E27FC236}">
                  <a16:creationId xmlns:a16="http://schemas.microsoft.com/office/drawing/2014/main" id="{C2823476-35C9-4E21-A7A8-8EE69CF2EEE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1757" name="Picture 31756">
              <a:extLst>
                <a:ext uri="{FF2B5EF4-FFF2-40B4-BE49-F238E27FC236}">
                  <a16:creationId xmlns:a16="http://schemas.microsoft.com/office/drawing/2014/main" id="{06AA5951-06F3-4E0D-9B67-2FDEAA46EE8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31746" name="Rectangle 2"/>
          <p:cNvSpPr>
            <a:spLocks noGrp="1" noChangeArrowheads="1"/>
          </p:cNvSpPr>
          <p:nvPr>
            <p:ph type="title"/>
          </p:nvPr>
        </p:nvSpPr>
        <p:spPr>
          <a:xfrm>
            <a:off x="819482" y="1092200"/>
            <a:ext cx="2196563" cy="4498860"/>
          </a:xfrm>
        </p:spPr>
        <p:txBody>
          <a:bodyPr>
            <a:normAutofit/>
          </a:bodyPr>
          <a:lstStyle/>
          <a:p>
            <a:pPr eaLnBrk="1" hangingPunct="1"/>
            <a:r>
              <a:rPr lang="en-US" b="1"/>
              <a:t>Standard Face Database</a:t>
            </a:r>
          </a:p>
        </p:txBody>
      </p:sp>
      <p:sp>
        <p:nvSpPr>
          <p:cNvPr id="3" name="Content Placeholder 2"/>
          <p:cNvSpPr>
            <a:spLocks noGrp="1"/>
          </p:cNvSpPr>
          <p:nvPr>
            <p:ph idx="1"/>
          </p:nvPr>
        </p:nvSpPr>
        <p:spPr>
          <a:xfrm>
            <a:off x="3415645" y="1092200"/>
            <a:ext cx="4909820" cy="2948858"/>
          </a:xfrm>
        </p:spPr>
        <p:txBody>
          <a:bodyPr>
            <a:normAutofit/>
          </a:bodyPr>
          <a:lstStyle/>
          <a:p>
            <a:pPr>
              <a:lnSpc>
                <a:spcPct val="90000"/>
              </a:lnSpc>
            </a:pPr>
            <a:r>
              <a:rPr lang="en-US" sz="1700"/>
              <a:t>The FERET Database</a:t>
            </a:r>
          </a:p>
          <a:p>
            <a:pPr lvl="1">
              <a:lnSpc>
                <a:spcPct val="90000"/>
              </a:lnSpc>
            </a:pPr>
            <a:r>
              <a:rPr lang="en-US" sz="1700"/>
              <a:t>The FERET program set out to establish a large database of facial images that are gather independently from the algorithm developers</a:t>
            </a:r>
          </a:p>
          <a:p>
            <a:pPr lvl="1">
              <a:lnSpc>
                <a:spcPct val="90000"/>
              </a:lnSpc>
            </a:pPr>
            <a:r>
              <a:rPr lang="en-US" sz="1700"/>
              <a:t>Contain 1564 sets of color images for a total of 14, 126 images that includes 1199 individuals and 365 duplicate sets of images</a:t>
            </a:r>
          </a:p>
          <a:p>
            <a:pPr>
              <a:lnSpc>
                <a:spcPct val="90000"/>
              </a:lnSpc>
            </a:pPr>
            <a:endParaRPr lang="en-US" sz="1700"/>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21595" y="4227218"/>
            <a:ext cx="4109721" cy="1399552"/>
          </a:xfrm>
          <a:prstGeom prst="rect">
            <a:avLst/>
          </a:prstGeom>
          <a:ln w="57150" cmpd="thickThin">
            <a:solidFill>
              <a:srgbClr val="7F7F7F"/>
            </a:solidFill>
            <a:miter lim="800000"/>
          </a:ln>
        </p:spPr>
      </p:pic>
    </p:spTree>
    <p:extLst>
      <p:ext uri="{BB962C8B-B14F-4D97-AF65-F5344CB8AC3E}">
        <p14:creationId xmlns:p14="http://schemas.microsoft.com/office/powerpoint/2010/main" val="1122482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b="1" dirty="0">
                <a:solidFill>
                  <a:schemeClr val="tx1"/>
                </a:solidFill>
              </a:rPr>
              <a:t>Standard Face Database</a:t>
            </a:r>
          </a:p>
        </p:txBody>
      </p:sp>
      <p:sp>
        <p:nvSpPr>
          <p:cNvPr id="2" name="Content Placeholder 1"/>
          <p:cNvSpPr>
            <a:spLocks noGrp="1"/>
          </p:cNvSpPr>
          <p:nvPr>
            <p:ph idx="1"/>
          </p:nvPr>
        </p:nvSpPr>
        <p:spPr>
          <a:xfrm>
            <a:off x="1176338" y="2490788"/>
            <a:ext cx="6799262" cy="3148012"/>
          </a:xfrm>
        </p:spPr>
        <p:txBody>
          <a:bodyPr/>
          <a:lstStyle/>
          <a:p>
            <a:r>
              <a:rPr lang="en-US" dirty="0"/>
              <a:t>The Yale Face Database</a:t>
            </a:r>
          </a:p>
          <a:p>
            <a:pPr lvl="1"/>
            <a:r>
              <a:rPr lang="en-US" sz="2200" dirty="0"/>
              <a:t>Contains 165 grayscale images in GIF format of 15 individuals. </a:t>
            </a:r>
          </a:p>
          <a:p>
            <a:pPr lvl="1"/>
            <a:r>
              <a:rPr lang="en-US" sz="2200" dirty="0"/>
              <a:t>There are 11 images per subject, one per different facial expression or configuration: center-light, w/glasses, happy, left-light, w/no glasses, normal, right-light, sad, sleepy, surprised, and wink.</a:t>
            </a:r>
          </a:p>
        </p:txBody>
      </p:sp>
    </p:spTree>
    <p:extLst>
      <p:ext uri="{BB962C8B-B14F-4D97-AF65-F5344CB8AC3E}">
        <p14:creationId xmlns:p14="http://schemas.microsoft.com/office/powerpoint/2010/main" val="32798591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49C117F-F390-437B-ADB0-57E87EFF34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700" y="0"/>
            <a:ext cx="9173369" cy="6856214"/>
            <a:chOff x="-16934" y="0"/>
            <a:chExt cx="12231160" cy="6856214"/>
          </a:xfrm>
        </p:grpSpPr>
        <p:pic>
          <p:nvPicPr>
            <p:cNvPr id="12" name="Picture 11">
              <a:extLst>
                <a:ext uri="{FF2B5EF4-FFF2-40B4-BE49-F238E27FC236}">
                  <a16:creationId xmlns:a16="http://schemas.microsoft.com/office/drawing/2014/main" id="{A7EF42F8-2417-49A6-95CE-DE9503B0AA6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AC6F623B-2003-4AED-B02F-541A150EC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14" name="Picture 13">
              <a:extLst>
                <a:ext uri="{FF2B5EF4-FFF2-40B4-BE49-F238E27FC236}">
                  <a16:creationId xmlns:a16="http://schemas.microsoft.com/office/drawing/2014/main" id="{CD11837A-4F3D-419F-ACE2-E80B1EA2846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5" name="Picture 14">
              <a:extLst>
                <a:ext uri="{FF2B5EF4-FFF2-40B4-BE49-F238E27FC236}">
                  <a16:creationId xmlns:a16="http://schemas.microsoft.com/office/drawing/2014/main" id="{B9411D1A-7E2C-4A36-BE32-BF7A8E13072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17" name="Straight Connector 16">
            <a:extLst>
              <a:ext uri="{FF2B5EF4-FFF2-40B4-BE49-F238E27FC236}">
                <a16:creationId xmlns:a16="http://schemas.microsoft.com/office/drawing/2014/main" id="{20742BC3-654B-4E41-9A6A-73A42E4776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019299" y="3522131"/>
            <a:ext cx="5111751"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19" name="Rectangle 18">
            <a:extLst>
              <a:ext uri="{FF2B5EF4-FFF2-40B4-BE49-F238E27FC236}">
                <a16:creationId xmlns:a16="http://schemas.microsoft.com/office/drawing/2014/main" id="{1755C732-3264-4614-8316-41F7548371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59C7C6ED-4EA1-4532-A820-59A8ADEEE0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9172471" cy="6856214"/>
            <a:chOff x="-15736" y="0"/>
            <a:chExt cx="12229962" cy="6856214"/>
          </a:xfrm>
        </p:grpSpPr>
        <p:pic>
          <p:nvPicPr>
            <p:cNvPr id="22" name="Picture 21">
              <a:extLst>
                <a:ext uri="{FF2B5EF4-FFF2-40B4-BE49-F238E27FC236}">
                  <a16:creationId xmlns:a16="http://schemas.microsoft.com/office/drawing/2014/main" id="{3A197BB7-B689-4B37-8BE2-FC23F6ED649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3" name="Rectangle 22">
              <a:extLst>
                <a:ext uri="{FF2B5EF4-FFF2-40B4-BE49-F238E27FC236}">
                  <a16:creationId xmlns:a16="http://schemas.microsoft.com/office/drawing/2014/main" id="{E93E4556-7891-471E-B9B7-A38508C75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24" name="Picture 23">
              <a:extLst>
                <a:ext uri="{FF2B5EF4-FFF2-40B4-BE49-F238E27FC236}">
                  <a16:creationId xmlns:a16="http://schemas.microsoft.com/office/drawing/2014/main" id="{6F9C6176-D87B-4D8F-8BC3-FE6DF55C4ED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25" name="Picture 24">
              <a:extLst>
                <a:ext uri="{FF2B5EF4-FFF2-40B4-BE49-F238E27FC236}">
                  <a16:creationId xmlns:a16="http://schemas.microsoft.com/office/drawing/2014/main" id="{B838BA48-DDFB-46B3-9EF6-031C91D2792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6" name="Title 5"/>
          <p:cNvSpPr>
            <a:spLocks noGrp="1"/>
          </p:cNvSpPr>
          <p:nvPr>
            <p:ph type="title"/>
          </p:nvPr>
        </p:nvSpPr>
        <p:spPr>
          <a:xfrm>
            <a:off x="826964" y="4404852"/>
            <a:ext cx="7492258" cy="1054745"/>
          </a:xfrm>
        </p:spPr>
        <p:txBody>
          <a:bodyPr vert="horz" lIns="91440" tIns="45720" rIns="91440" bIns="45720" rtlCol="0" anchor="b">
            <a:normAutofit/>
          </a:bodyPr>
          <a:lstStyle/>
          <a:p>
            <a:pPr eaLnBrk="1" hangingPunct="1"/>
            <a:r>
              <a:rPr lang="en-US" sz="5400" b="1"/>
              <a:t>The Yale Face Database</a:t>
            </a:r>
          </a:p>
        </p:txBody>
      </p:sp>
      <p:sp>
        <p:nvSpPr>
          <p:cNvPr id="27" name="Rectangle 26">
            <a:extLst>
              <a:ext uri="{FF2B5EF4-FFF2-40B4-BE49-F238E27FC236}">
                <a16:creationId xmlns:a16="http://schemas.microsoft.com/office/drawing/2014/main" id="{4AD786D6-2C42-45AF-888B-F2038C4D0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483" y="1092200"/>
            <a:ext cx="7499739" cy="3128346"/>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35224" y="1410207"/>
            <a:ext cx="5678323" cy="2455875"/>
          </a:xfrm>
          <a:prstGeom prst="rect">
            <a:avLst/>
          </a:prstGeom>
        </p:spPr>
      </p:pic>
      <p:cxnSp>
        <p:nvCxnSpPr>
          <p:cNvPr id="29" name="Straight Connector 28">
            <a:extLst>
              <a:ext uri="{FF2B5EF4-FFF2-40B4-BE49-F238E27FC236}">
                <a16:creationId xmlns:a16="http://schemas.microsoft.com/office/drawing/2014/main" id="{B8D6659D-FA60-4C6D-A9F6-063E294AA15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73836" y="5501254"/>
            <a:ext cx="7202795"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64983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b="1" dirty="0">
                <a:solidFill>
                  <a:schemeClr val="tx1"/>
                </a:solidFill>
              </a:rPr>
              <a:t>Standard Face Database</a:t>
            </a:r>
          </a:p>
        </p:txBody>
      </p:sp>
      <p:sp>
        <p:nvSpPr>
          <p:cNvPr id="2" name="Content Placeholder 1"/>
          <p:cNvSpPr>
            <a:spLocks noGrp="1"/>
          </p:cNvSpPr>
          <p:nvPr>
            <p:ph idx="1"/>
          </p:nvPr>
        </p:nvSpPr>
        <p:spPr>
          <a:xfrm>
            <a:off x="1176338" y="2490788"/>
            <a:ext cx="6799262" cy="3529011"/>
          </a:xfrm>
        </p:spPr>
        <p:txBody>
          <a:bodyPr/>
          <a:lstStyle/>
          <a:p>
            <a:r>
              <a:rPr lang="en-US" dirty="0"/>
              <a:t>AT&amp;T "The Database of Faces" (formerly "The ORL Database of Faces")</a:t>
            </a:r>
          </a:p>
          <a:p>
            <a:pPr lvl="1"/>
            <a:r>
              <a:rPr lang="en-US" sz="2200" dirty="0"/>
              <a:t>Ten different images of each of 40 distinct subject </a:t>
            </a:r>
          </a:p>
          <a:p>
            <a:pPr lvl="1"/>
            <a:r>
              <a:rPr lang="en-US" sz="2200" dirty="0"/>
              <a:t>For some subjects, the images were taken at different times, varying the lighting, facial expressions (open / closed eyes, smiling / not smiling) and facial details (glasses / no glasses)</a:t>
            </a:r>
          </a:p>
        </p:txBody>
      </p:sp>
    </p:spTree>
    <p:extLst>
      <p:ext uri="{BB962C8B-B14F-4D97-AF65-F5344CB8AC3E}">
        <p14:creationId xmlns:p14="http://schemas.microsoft.com/office/powerpoint/2010/main" val="29868533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49C117F-F390-437B-ADB0-57E87EFF34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700" y="0"/>
            <a:ext cx="9173369" cy="6856214"/>
            <a:chOff x="-16934" y="0"/>
            <a:chExt cx="12231160" cy="6856214"/>
          </a:xfrm>
        </p:grpSpPr>
        <p:pic>
          <p:nvPicPr>
            <p:cNvPr id="11" name="Picture 10">
              <a:extLst>
                <a:ext uri="{FF2B5EF4-FFF2-40B4-BE49-F238E27FC236}">
                  <a16:creationId xmlns:a16="http://schemas.microsoft.com/office/drawing/2014/main" id="{A7EF42F8-2417-49A6-95CE-DE9503B0AA6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Rectangle 11">
              <a:extLst>
                <a:ext uri="{FF2B5EF4-FFF2-40B4-BE49-F238E27FC236}">
                  <a16:creationId xmlns:a16="http://schemas.microsoft.com/office/drawing/2014/main" id="{AC6F623B-2003-4AED-B02F-541A150EC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13" name="Picture 12">
              <a:extLst>
                <a:ext uri="{FF2B5EF4-FFF2-40B4-BE49-F238E27FC236}">
                  <a16:creationId xmlns:a16="http://schemas.microsoft.com/office/drawing/2014/main" id="{CD11837A-4F3D-419F-ACE2-E80B1EA2846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4" name="Picture 13">
              <a:extLst>
                <a:ext uri="{FF2B5EF4-FFF2-40B4-BE49-F238E27FC236}">
                  <a16:creationId xmlns:a16="http://schemas.microsoft.com/office/drawing/2014/main" id="{B9411D1A-7E2C-4A36-BE32-BF7A8E13072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16" name="Straight Connector 15">
            <a:extLst>
              <a:ext uri="{FF2B5EF4-FFF2-40B4-BE49-F238E27FC236}">
                <a16:creationId xmlns:a16="http://schemas.microsoft.com/office/drawing/2014/main" id="{20742BC3-654B-4E41-9A6A-73A42E4776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019299" y="3522131"/>
            <a:ext cx="5111751"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1755C732-3264-4614-8316-41F7548371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59C7C6ED-4EA1-4532-A820-59A8ADEEE0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9172471" cy="6856214"/>
            <a:chOff x="-15736" y="0"/>
            <a:chExt cx="12229962" cy="6856214"/>
          </a:xfrm>
        </p:grpSpPr>
        <p:pic>
          <p:nvPicPr>
            <p:cNvPr id="21" name="Picture 20">
              <a:extLst>
                <a:ext uri="{FF2B5EF4-FFF2-40B4-BE49-F238E27FC236}">
                  <a16:creationId xmlns:a16="http://schemas.microsoft.com/office/drawing/2014/main" id="{3A197BB7-B689-4B37-8BE2-FC23F6ED649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2" name="Rectangle 21">
              <a:extLst>
                <a:ext uri="{FF2B5EF4-FFF2-40B4-BE49-F238E27FC236}">
                  <a16:creationId xmlns:a16="http://schemas.microsoft.com/office/drawing/2014/main" id="{E93E4556-7891-471E-B9B7-A38508C75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23" name="Picture 22">
              <a:extLst>
                <a:ext uri="{FF2B5EF4-FFF2-40B4-BE49-F238E27FC236}">
                  <a16:creationId xmlns:a16="http://schemas.microsoft.com/office/drawing/2014/main" id="{6F9C6176-D87B-4D8F-8BC3-FE6DF55C4ED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24" name="Picture 23">
              <a:extLst>
                <a:ext uri="{FF2B5EF4-FFF2-40B4-BE49-F238E27FC236}">
                  <a16:creationId xmlns:a16="http://schemas.microsoft.com/office/drawing/2014/main" id="{B838BA48-DDFB-46B3-9EF6-031C91D2792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4" name="Title 3"/>
          <p:cNvSpPr>
            <a:spLocks noGrp="1"/>
          </p:cNvSpPr>
          <p:nvPr>
            <p:ph type="title"/>
          </p:nvPr>
        </p:nvSpPr>
        <p:spPr>
          <a:xfrm>
            <a:off x="826964" y="4404852"/>
            <a:ext cx="7492258" cy="1054745"/>
          </a:xfrm>
        </p:spPr>
        <p:txBody>
          <a:bodyPr vert="horz" lIns="91440" tIns="45720" rIns="91440" bIns="45720" rtlCol="0" anchor="b">
            <a:normAutofit/>
          </a:bodyPr>
          <a:lstStyle/>
          <a:p>
            <a:pPr eaLnBrk="1" hangingPunct="1">
              <a:lnSpc>
                <a:spcPct val="90000"/>
              </a:lnSpc>
            </a:pPr>
            <a:r>
              <a:rPr lang="en-US" sz="3800" b="1"/>
              <a:t>AT&amp;T "The Database of Faces" </a:t>
            </a:r>
          </a:p>
        </p:txBody>
      </p:sp>
      <p:sp>
        <p:nvSpPr>
          <p:cNvPr id="26" name="Rectangle 25">
            <a:extLst>
              <a:ext uri="{FF2B5EF4-FFF2-40B4-BE49-F238E27FC236}">
                <a16:creationId xmlns:a16="http://schemas.microsoft.com/office/drawing/2014/main" id="{4AD786D6-2C42-45AF-888B-F2038C4D0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483" y="1092200"/>
            <a:ext cx="7499739" cy="3128346"/>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61042" y="1410207"/>
            <a:ext cx="6026687" cy="2455875"/>
          </a:xfrm>
          <a:prstGeom prst="rect">
            <a:avLst/>
          </a:prstGeom>
        </p:spPr>
      </p:pic>
      <p:cxnSp>
        <p:nvCxnSpPr>
          <p:cNvPr id="28" name="Straight Connector 27">
            <a:extLst>
              <a:ext uri="{FF2B5EF4-FFF2-40B4-BE49-F238E27FC236}">
                <a16:creationId xmlns:a16="http://schemas.microsoft.com/office/drawing/2014/main" id="{B8D6659D-FA60-4C6D-A9F6-063E294AA15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73836" y="5501254"/>
            <a:ext cx="7202795"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69650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solidFill>
                  <a:schemeClr val="tx1"/>
                </a:solidFill>
              </a:rPr>
              <a:t>Standard Face Database</a:t>
            </a:r>
            <a:endParaRPr lang="en-US" dirty="0"/>
          </a:p>
        </p:txBody>
      </p:sp>
      <p:sp>
        <p:nvSpPr>
          <p:cNvPr id="4" name="Content Placeholder 3"/>
          <p:cNvSpPr>
            <a:spLocks noGrp="1"/>
          </p:cNvSpPr>
          <p:nvPr>
            <p:ph idx="1"/>
          </p:nvPr>
        </p:nvSpPr>
        <p:spPr/>
        <p:txBody>
          <a:bodyPr/>
          <a:lstStyle/>
          <a:p>
            <a:r>
              <a:rPr lang="en-US" dirty="0"/>
              <a:t>PIE Database, CMU</a:t>
            </a:r>
          </a:p>
          <a:p>
            <a:pPr lvl="1"/>
            <a:r>
              <a:rPr lang="en-US" sz="2200" dirty="0"/>
              <a:t>A database of 41,368 images of 68 people, each person under 13 different poses, 43 different illumination conditions, and with 4 different expressions</a:t>
            </a:r>
          </a:p>
          <a:p>
            <a:endParaRPr lang="en-US" dirty="0"/>
          </a:p>
        </p:txBody>
      </p:sp>
    </p:spTree>
    <p:extLst>
      <p:ext uri="{BB962C8B-B14F-4D97-AF65-F5344CB8AC3E}">
        <p14:creationId xmlns:p14="http://schemas.microsoft.com/office/powerpoint/2010/main" val="4166455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b="1" dirty="0">
                <a:solidFill>
                  <a:schemeClr val="tx1"/>
                </a:solidFill>
              </a:rPr>
              <a:t>PIE Database</a:t>
            </a:r>
          </a:p>
        </p:txBody>
      </p:sp>
      <p:pic>
        <p:nvPicPr>
          <p:cNvPr id="34820" name="Picture 6" descr="PIE_setup"/>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838200" y="2590800"/>
            <a:ext cx="3570521" cy="2679952"/>
          </a:xfrm>
          <a:noFill/>
        </p:spPr>
      </p:pic>
      <p:pic>
        <p:nvPicPr>
          <p:cNvPr id="34822" name="Picture 8" descr="PIE_DB"/>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4495800" y="3201820"/>
            <a:ext cx="3741737" cy="2605565"/>
          </a:xfrm>
          <a:noFill/>
        </p:spPr>
      </p:pic>
    </p:spTree>
    <p:extLst>
      <p:ext uri="{BB962C8B-B14F-4D97-AF65-F5344CB8AC3E}">
        <p14:creationId xmlns:p14="http://schemas.microsoft.com/office/powerpoint/2010/main" val="26099900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Emerging Face Technologies</a:t>
            </a:r>
          </a:p>
        </p:txBody>
      </p:sp>
      <p:sp>
        <p:nvSpPr>
          <p:cNvPr id="3" name="Content Placeholder 2"/>
          <p:cNvSpPr>
            <a:spLocks noGrp="1"/>
          </p:cNvSpPr>
          <p:nvPr>
            <p:ph idx="1"/>
          </p:nvPr>
        </p:nvSpPr>
        <p:spPr/>
        <p:txBody>
          <a:bodyPr/>
          <a:lstStyle/>
          <a:p>
            <a:r>
              <a:rPr lang="en-US" dirty="0"/>
              <a:t>2.5D, 3D, 4D face recognition</a:t>
            </a:r>
          </a:p>
          <a:p>
            <a:r>
              <a:rPr lang="en-US" dirty="0"/>
              <a:t>Popular approach: Active Appearance Models (AAM)</a:t>
            </a:r>
          </a:p>
          <a:p>
            <a:pPr lvl="1"/>
            <a:r>
              <a:rPr lang="en-US" dirty="0"/>
              <a:t>Sometimes related to Active Shape Model (ASM)</a:t>
            </a:r>
          </a:p>
          <a:p>
            <a:pPr lvl="1"/>
            <a:r>
              <a:rPr lang="en-US" dirty="0"/>
              <a:t>Statistical model of face shape and appearance</a:t>
            </a:r>
          </a:p>
          <a:p>
            <a:pPr lvl="1"/>
            <a:r>
              <a:rPr lang="en-US" dirty="0"/>
              <a:t>Available in a set of images, together with the coordinates of landmarks</a:t>
            </a:r>
          </a:p>
          <a:p>
            <a:r>
              <a:rPr lang="en-US" dirty="0"/>
              <a:t>Demo available at: </a:t>
            </a:r>
            <a:r>
              <a:rPr lang="en-US" dirty="0">
                <a:solidFill>
                  <a:schemeClr val="accent1">
                    <a:lumMod val="75000"/>
                  </a:schemeClr>
                </a:solidFill>
                <a:hlinkClick r:id="rId2">
                  <a:extLst>
                    <a:ext uri="{A12FA001-AC4F-418D-AE19-62706E023703}">
                      <ahyp:hlinkClr xmlns:ahyp="http://schemas.microsoft.com/office/drawing/2018/hyperlinkcolor" val="tx"/>
                    </a:ext>
                  </a:extLst>
                </a:hlinkClick>
              </a:rPr>
              <a:t>http://dynface4d.isr.uc.pt/demos.php</a:t>
            </a:r>
            <a:endParaRPr lang="en-US" dirty="0">
              <a:solidFill>
                <a:schemeClr val="accent1">
                  <a:lumMod val="75000"/>
                </a:schemeClr>
              </a:solidFill>
            </a:endParaRPr>
          </a:p>
          <a:p>
            <a:endParaRPr lang="en-US" dirty="0"/>
          </a:p>
        </p:txBody>
      </p:sp>
    </p:spTree>
    <p:extLst>
      <p:ext uri="{BB962C8B-B14F-4D97-AF65-F5344CB8AC3E}">
        <p14:creationId xmlns:p14="http://schemas.microsoft.com/office/powerpoint/2010/main" val="14918822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0837993-CF68-4B71-B30D-9FF2DBDC6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BC1EB0E-C682-4477-94FF-E3696ACD5A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02" y="0"/>
            <a:ext cx="9172471" cy="6856214"/>
            <a:chOff x="-15736" y="0"/>
            <a:chExt cx="12229962" cy="6856214"/>
          </a:xfrm>
        </p:grpSpPr>
        <p:pic>
          <p:nvPicPr>
            <p:cNvPr id="12" name="Picture 11">
              <a:extLst>
                <a:ext uri="{FF2B5EF4-FFF2-40B4-BE49-F238E27FC236}">
                  <a16:creationId xmlns:a16="http://schemas.microsoft.com/office/drawing/2014/main" id="{AFA120B5-D483-4179-B163-E5D72313C92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F9A685BA-AB04-4A20-A6D5-BA403BAA7B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14" name="Picture 13">
              <a:extLst>
                <a:ext uri="{FF2B5EF4-FFF2-40B4-BE49-F238E27FC236}">
                  <a16:creationId xmlns:a16="http://schemas.microsoft.com/office/drawing/2014/main" id="{C2823476-35C9-4E21-A7A8-8EE69CF2EEE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5" name="Picture 14">
              <a:extLst>
                <a:ext uri="{FF2B5EF4-FFF2-40B4-BE49-F238E27FC236}">
                  <a16:creationId xmlns:a16="http://schemas.microsoft.com/office/drawing/2014/main" id="{06AA5951-06F3-4E0D-9B67-2FDEAA46EE8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p:cNvSpPr>
            <a:spLocks noGrp="1"/>
          </p:cNvSpPr>
          <p:nvPr>
            <p:ph type="title"/>
          </p:nvPr>
        </p:nvSpPr>
        <p:spPr>
          <a:xfrm>
            <a:off x="819482" y="1092200"/>
            <a:ext cx="2196563" cy="4498860"/>
          </a:xfrm>
        </p:spPr>
        <p:txBody>
          <a:bodyPr>
            <a:normAutofit/>
          </a:bodyPr>
          <a:lstStyle/>
          <a:p>
            <a:r>
              <a:rPr lang="en-US" sz="2800" b="1"/>
              <a:t>Emerging Face Technologies</a:t>
            </a:r>
            <a:endParaRPr lang="en-US" sz="2800"/>
          </a:p>
        </p:txBody>
      </p:sp>
      <p:sp>
        <p:nvSpPr>
          <p:cNvPr id="3" name="Content Placeholder 2"/>
          <p:cNvSpPr>
            <a:spLocks noGrp="1"/>
          </p:cNvSpPr>
          <p:nvPr>
            <p:ph idx="1"/>
          </p:nvPr>
        </p:nvSpPr>
        <p:spPr>
          <a:xfrm>
            <a:off x="3415645" y="1092200"/>
            <a:ext cx="4909820" cy="2948858"/>
          </a:xfrm>
        </p:spPr>
        <p:txBody>
          <a:bodyPr>
            <a:normAutofit/>
          </a:bodyPr>
          <a:lstStyle/>
          <a:p>
            <a:pPr>
              <a:lnSpc>
                <a:spcPct val="90000"/>
              </a:lnSpc>
            </a:pPr>
            <a:r>
              <a:rPr lang="en-US" dirty="0"/>
              <a:t>Wild face recognition</a:t>
            </a:r>
          </a:p>
          <a:p>
            <a:pPr lvl="1">
              <a:lnSpc>
                <a:spcPct val="90000"/>
              </a:lnSpc>
            </a:pPr>
            <a:r>
              <a:rPr lang="en-US" dirty="0"/>
              <a:t>Challenges: street surveillance, public watch list, etc. where you cannot control the way of images being taken</a:t>
            </a:r>
          </a:p>
          <a:p>
            <a:pPr lvl="1">
              <a:lnSpc>
                <a:spcPct val="90000"/>
              </a:lnSpc>
            </a:pPr>
            <a:r>
              <a:rPr lang="en-US" dirty="0"/>
              <a:t>Unconstraint face database: Labeled Faces in the Wild Home (LFW) database, downloadable from: </a:t>
            </a:r>
          </a:p>
          <a:p>
            <a:pPr lvl="1">
              <a:lnSpc>
                <a:spcPct val="90000"/>
              </a:lnSpc>
            </a:pPr>
            <a:r>
              <a:rPr lang="en-US" dirty="0">
                <a:solidFill>
                  <a:schemeClr val="accent1">
                    <a:lumMod val="75000"/>
                  </a:schemeClr>
                </a:solidFill>
                <a:hlinkClick r:id="rId5">
                  <a:extLst>
                    <a:ext uri="{A12FA001-AC4F-418D-AE19-62706E023703}">
                      <ahyp:hlinkClr xmlns:ahyp="http://schemas.microsoft.com/office/drawing/2018/hyperlinkcolor" val="tx"/>
                    </a:ext>
                  </a:extLst>
                </a:hlinkClick>
              </a:rPr>
              <a:t>http://vis-www.cs.umass.edu/lfw/</a:t>
            </a:r>
            <a:endParaRPr lang="en-US" dirty="0">
              <a:solidFill>
                <a:schemeClr val="accent1">
                  <a:lumMod val="75000"/>
                </a:schemeClr>
              </a:solidFill>
            </a:endParaRPr>
          </a:p>
          <a:p>
            <a:pPr lvl="1">
              <a:lnSpc>
                <a:spcPct val="90000"/>
              </a:lnSpc>
            </a:pPr>
            <a:endParaRPr lang="en-US" dirty="0"/>
          </a:p>
        </p:txBody>
      </p:sp>
      <p:pic>
        <p:nvPicPr>
          <p:cNvPr id="4" name="Picture 3" descr="A collage of people&#10;&#10;Description automatically generated with low confidence"/>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80029" y="4227218"/>
            <a:ext cx="3392853" cy="1399552"/>
          </a:xfrm>
          <a:prstGeom prst="rect">
            <a:avLst/>
          </a:prstGeom>
          <a:ln w="57150" cmpd="thickThin">
            <a:solidFill>
              <a:srgbClr val="7F7F7F"/>
            </a:solidFill>
            <a:miter lim="800000"/>
          </a:ln>
        </p:spPr>
      </p:pic>
    </p:spTree>
    <p:extLst>
      <p:ext uri="{BB962C8B-B14F-4D97-AF65-F5344CB8AC3E}">
        <p14:creationId xmlns:p14="http://schemas.microsoft.com/office/powerpoint/2010/main" val="1774544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FF43104-F524-418A-A0E3-3146340AB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323E5CD5-3226-4DDD-97AC-81C8F40E09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02" y="0"/>
            <a:ext cx="9172471" cy="6856214"/>
            <a:chOff x="-15736" y="0"/>
            <a:chExt cx="12229962" cy="6856214"/>
          </a:xfrm>
        </p:grpSpPr>
        <p:pic>
          <p:nvPicPr>
            <p:cNvPr id="13" name="Picture 12">
              <a:extLst>
                <a:ext uri="{FF2B5EF4-FFF2-40B4-BE49-F238E27FC236}">
                  <a16:creationId xmlns:a16="http://schemas.microsoft.com/office/drawing/2014/main" id="{858B6703-6BCA-4414-A7FC-BA111255B1A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4" name="Rectangle 13">
              <a:extLst>
                <a:ext uri="{FF2B5EF4-FFF2-40B4-BE49-F238E27FC236}">
                  <a16:creationId xmlns:a16="http://schemas.microsoft.com/office/drawing/2014/main" id="{76826A85-B5BB-4A9B-819E-AF5A0B30A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15" name="Picture 14">
              <a:extLst>
                <a:ext uri="{FF2B5EF4-FFF2-40B4-BE49-F238E27FC236}">
                  <a16:creationId xmlns:a16="http://schemas.microsoft.com/office/drawing/2014/main" id="{B8A6C787-E24E-48D0-AF26-F35E43180EB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6" name="Picture 15">
              <a:extLst>
                <a:ext uri="{FF2B5EF4-FFF2-40B4-BE49-F238E27FC236}">
                  <a16:creationId xmlns:a16="http://schemas.microsoft.com/office/drawing/2014/main" id="{E55A8260-917C-4DAC-A284-2A6E124FC9E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p:cNvSpPr>
            <a:spLocks noGrp="1"/>
          </p:cNvSpPr>
          <p:nvPr>
            <p:ph type="title"/>
          </p:nvPr>
        </p:nvSpPr>
        <p:spPr>
          <a:xfrm>
            <a:off x="3469881" y="982132"/>
            <a:ext cx="4702567" cy="1303867"/>
          </a:xfrm>
        </p:spPr>
        <p:txBody>
          <a:bodyPr>
            <a:normAutofit/>
          </a:bodyPr>
          <a:lstStyle/>
          <a:p>
            <a:pPr>
              <a:lnSpc>
                <a:spcPct val="90000"/>
              </a:lnSpc>
            </a:pPr>
            <a:r>
              <a:rPr lang="en-US" b="1" dirty="0"/>
              <a:t>Emerging Face Technologies</a:t>
            </a:r>
            <a:endParaRPr lang="en-US"/>
          </a:p>
        </p:txBody>
      </p:sp>
      <p:sp>
        <p:nvSpPr>
          <p:cNvPr id="18" name="Rectangle 17">
            <a:extLst>
              <a:ext uri="{FF2B5EF4-FFF2-40B4-BE49-F238E27FC236}">
                <a16:creationId xmlns:a16="http://schemas.microsoft.com/office/drawing/2014/main" id="{B6ABA3F9-ECC4-45D8-8538-B7EEC4D27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483" y="1092200"/>
            <a:ext cx="2304288" cy="453542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2927" y="2212719"/>
            <a:ext cx="2057400" cy="1155997"/>
          </a:xfrm>
          <a:prstGeom prst="rect">
            <a:avLst/>
          </a:prstGeom>
        </p:spPr>
      </p:pic>
      <p:cxnSp>
        <p:nvCxnSpPr>
          <p:cNvPr id="20" name="Straight Connector 19">
            <a:extLst>
              <a:ext uri="{FF2B5EF4-FFF2-40B4-BE49-F238E27FC236}">
                <a16:creationId xmlns:a16="http://schemas.microsoft.com/office/drawing/2014/main" id="{420C8890-1E3E-474D-9D1E-D3E3062B61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58024" y="2400639"/>
            <a:ext cx="4526280" cy="0"/>
          </a:xfrm>
          <a:prstGeom prst="line">
            <a:avLst/>
          </a:prstGeom>
        </p:spPr>
        <p:style>
          <a:lnRef idx="2">
            <a:schemeClr val="accent1"/>
          </a:lnRef>
          <a:fillRef idx="0">
            <a:schemeClr val="accent1"/>
          </a:fillRef>
          <a:effectRef idx="1">
            <a:schemeClr val="accent1"/>
          </a:effectRef>
          <a:fontRef idx="minor">
            <a:schemeClr val="tx1"/>
          </a:fontRef>
        </p:style>
      </p:cxnSp>
      <p:pic>
        <p:nvPicPr>
          <p:cNvPr id="4" name="Picture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42927" y="3533309"/>
            <a:ext cx="2057400" cy="1028700"/>
          </a:xfrm>
          <a:prstGeom prst="rect">
            <a:avLst/>
          </a:prstGeom>
        </p:spPr>
      </p:pic>
      <p:sp>
        <p:nvSpPr>
          <p:cNvPr id="3" name="Content Placeholder 2"/>
          <p:cNvSpPr>
            <a:spLocks noGrp="1"/>
          </p:cNvSpPr>
          <p:nvPr>
            <p:ph idx="1"/>
          </p:nvPr>
        </p:nvSpPr>
        <p:spPr>
          <a:xfrm>
            <a:off x="3473622" y="2556932"/>
            <a:ext cx="4695085" cy="3318936"/>
          </a:xfrm>
        </p:spPr>
        <p:txBody>
          <a:bodyPr>
            <a:normAutofit/>
          </a:bodyPr>
          <a:lstStyle/>
          <a:p>
            <a:r>
              <a:rPr lang="en-US" dirty="0"/>
              <a:t>Makeup face recognition</a:t>
            </a:r>
          </a:p>
          <a:p>
            <a:pPr lvl="1"/>
            <a:r>
              <a:rPr lang="en-US" dirty="0"/>
              <a:t>Can you recognize them? </a:t>
            </a:r>
          </a:p>
          <a:p>
            <a:pPr lvl="1"/>
            <a:r>
              <a:rPr lang="en-US" dirty="0"/>
              <a:t>How to train the machine to recognize them?</a:t>
            </a:r>
          </a:p>
        </p:txBody>
      </p:sp>
    </p:spTree>
    <p:extLst>
      <p:ext uri="{BB962C8B-B14F-4D97-AF65-F5344CB8AC3E}">
        <p14:creationId xmlns:p14="http://schemas.microsoft.com/office/powerpoint/2010/main" val="39396371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71551" y="982132"/>
            <a:ext cx="7200897" cy="1303867"/>
          </a:xfrm>
        </p:spPr>
        <p:txBody>
          <a:bodyPr>
            <a:normAutofit/>
          </a:bodyPr>
          <a:lstStyle/>
          <a:p>
            <a:r>
              <a:rPr lang="en-US" b="1"/>
              <a:t>Emerging Face Technologies</a:t>
            </a:r>
            <a:endParaRPr lang="en-US" dirty="0"/>
          </a:p>
        </p:txBody>
      </p:sp>
      <p:sp>
        <p:nvSpPr>
          <p:cNvPr id="3" name="Content Placeholder 2"/>
          <p:cNvSpPr>
            <a:spLocks noGrp="1"/>
          </p:cNvSpPr>
          <p:nvPr>
            <p:ph idx="1"/>
          </p:nvPr>
        </p:nvSpPr>
        <p:spPr>
          <a:xfrm>
            <a:off x="971551" y="2556932"/>
            <a:ext cx="4692650" cy="3318936"/>
          </a:xfrm>
        </p:spPr>
        <p:txBody>
          <a:bodyPr>
            <a:normAutofit/>
          </a:bodyPr>
          <a:lstStyle/>
          <a:p>
            <a:pPr>
              <a:lnSpc>
                <a:spcPct val="90000"/>
              </a:lnSpc>
            </a:pPr>
            <a:r>
              <a:rPr lang="en-US" sz="1700"/>
              <a:t>Camouflage Makeup – Anti-Face War Paint</a:t>
            </a:r>
          </a:p>
          <a:p>
            <a:pPr lvl="1">
              <a:lnSpc>
                <a:spcPct val="90000"/>
              </a:lnSpc>
            </a:pPr>
            <a:r>
              <a:rPr lang="en-US" sz="1700"/>
              <a:t>Serve as camouflage against facial recognition technology</a:t>
            </a:r>
          </a:p>
          <a:p>
            <a:pPr lvl="1">
              <a:lnSpc>
                <a:spcPct val="90000"/>
              </a:lnSpc>
            </a:pPr>
            <a:r>
              <a:rPr lang="en-US" sz="1700"/>
              <a:t>Asymmetrical haircuts can obscure one eye and radically change the way your face is framed</a:t>
            </a:r>
          </a:p>
          <a:p>
            <a:pPr lvl="1">
              <a:lnSpc>
                <a:spcPct val="90000"/>
              </a:lnSpc>
            </a:pPr>
            <a:r>
              <a:rPr lang="en-US" sz="1700"/>
              <a:t>Makeup styles which disabled the face recognition system to identify cheekbones or a forehead</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3769" y="3549589"/>
            <a:ext cx="2054796" cy="1155822"/>
          </a:xfrm>
          <a:prstGeom prst="rect">
            <a:avLst/>
          </a:prstGeom>
          <a:ln w="57150" cmpd="thickThin">
            <a:solidFill>
              <a:srgbClr val="7F7F7F"/>
            </a:solidFill>
            <a:miter lim="800000"/>
          </a:ln>
        </p:spPr>
      </p:pic>
    </p:spTree>
    <p:extLst>
      <p:ext uri="{BB962C8B-B14F-4D97-AF65-F5344CB8AC3E}">
        <p14:creationId xmlns:p14="http://schemas.microsoft.com/office/powerpoint/2010/main" val="39311170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2AC0F86-9A78-4E84-A4B4-ADB8B2629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4AF78B9E-8BE2-4706-9377-A05FA25ABA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02" y="0"/>
            <a:ext cx="9172471" cy="6856214"/>
            <a:chOff x="-15736" y="0"/>
            <a:chExt cx="12229962" cy="6856214"/>
          </a:xfrm>
        </p:grpSpPr>
        <p:pic>
          <p:nvPicPr>
            <p:cNvPr id="14" name="Picture 13">
              <a:extLst>
                <a:ext uri="{FF2B5EF4-FFF2-40B4-BE49-F238E27FC236}">
                  <a16:creationId xmlns:a16="http://schemas.microsoft.com/office/drawing/2014/main" id="{32CDFDE2-4DB3-4623-BA21-187D1B710FB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3" name="Rectangle 22">
              <a:extLst>
                <a:ext uri="{FF2B5EF4-FFF2-40B4-BE49-F238E27FC236}">
                  <a16:creationId xmlns:a16="http://schemas.microsoft.com/office/drawing/2014/main" id="{ED74B2AA-1443-4E9B-8462-F7F5B8525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MY"/>
            </a:p>
          </p:txBody>
        </p:sp>
        <p:pic>
          <p:nvPicPr>
            <p:cNvPr id="16" name="Picture 15">
              <a:extLst>
                <a:ext uri="{FF2B5EF4-FFF2-40B4-BE49-F238E27FC236}">
                  <a16:creationId xmlns:a16="http://schemas.microsoft.com/office/drawing/2014/main" id="{9BB652B6-7300-49EC-9422-EF5342492AF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7" name="Picture 16">
              <a:extLst>
                <a:ext uri="{FF2B5EF4-FFF2-40B4-BE49-F238E27FC236}">
                  <a16:creationId xmlns:a16="http://schemas.microsoft.com/office/drawing/2014/main" id="{D0909587-01DE-424D-A15F-DAA28CF2CD3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p:cNvSpPr>
            <a:spLocks noGrp="1"/>
          </p:cNvSpPr>
          <p:nvPr>
            <p:ph type="title"/>
          </p:nvPr>
        </p:nvSpPr>
        <p:spPr>
          <a:xfrm>
            <a:off x="5651868" y="982132"/>
            <a:ext cx="2520579" cy="1303867"/>
          </a:xfrm>
        </p:spPr>
        <p:txBody>
          <a:bodyPr>
            <a:normAutofit/>
          </a:bodyPr>
          <a:lstStyle/>
          <a:p>
            <a:pPr>
              <a:lnSpc>
                <a:spcPct val="90000"/>
              </a:lnSpc>
            </a:pPr>
            <a:r>
              <a:rPr lang="en-US" sz="2800" b="1"/>
              <a:t>Emerging Face Technologies</a:t>
            </a:r>
            <a:endParaRPr lang="en-US" sz="2800"/>
          </a:p>
        </p:txBody>
      </p:sp>
      <p:sp>
        <p:nvSpPr>
          <p:cNvPr id="24" name="Rectangle 23">
            <a:extLst>
              <a:ext uri="{FF2B5EF4-FFF2-40B4-BE49-F238E27FC236}">
                <a16:creationId xmlns:a16="http://schemas.microsoft.com/office/drawing/2014/main" id="{69A54E25-1C05-48E5-A5CC-3778C1D363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482" y="1092200"/>
            <a:ext cx="4457015" cy="451510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ollage of people wearing masks&#10;&#10;Description automatically generated">
            <a:extLst>
              <a:ext uri="{FF2B5EF4-FFF2-40B4-BE49-F238E27FC236}">
                <a16:creationId xmlns:a16="http://schemas.microsoft.com/office/drawing/2014/main" id="{21670E28-0F19-5B92-7D24-1C72809E9E12}"/>
              </a:ext>
            </a:extLst>
          </p:cNvPr>
          <p:cNvPicPr>
            <a:picLocks noChangeAspect="1"/>
          </p:cNvPicPr>
          <p:nvPr/>
        </p:nvPicPr>
        <p:blipFill rotWithShape="1">
          <a:blip r:embed="rId5">
            <a:extLst>
              <a:ext uri="{28A0092B-C50C-407E-A947-70E740481C1C}">
                <a14:useLocalDpi xmlns:a14="http://schemas.microsoft.com/office/drawing/2010/main" val="0"/>
              </a:ext>
            </a:extLst>
          </a:blip>
          <a:srcRect l="15358" r="32753" b="3"/>
          <a:stretch/>
        </p:blipFill>
        <p:spPr>
          <a:xfrm>
            <a:off x="1059512" y="1410208"/>
            <a:ext cx="3959083" cy="3858780"/>
          </a:xfrm>
          <a:prstGeom prst="rect">
            <a:avLst/>
          </a:prstGeom>
        </p:spPr>
      </p:pic>
      <p:cxnSp>
        <p:nvCxnSpPr>
          <p:cNvPr id="21" name="Straight Connector 20">
            <a:extLst>
              <a:ext uri="{FF2B5EF4-FFF2-40B4-BE49-F238E27FC236}">
                <a16:creationId xmlns:a16="http://schemas.microsoft.com/office/drawing/2014/main" id="{0E5D0023-B23E-4823-8D72-B07FFF8CAE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640066" y="2400639"/>
            <a:ext cx="2532381"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Content Placeholder 2"/>
          <p:cNvSpPr>
            <a:spLocks noGrp="1"/>
          </p:cNvSpPr>
          <p:nvPr>
            <p:ph idx="1"/>
          </p:nvPr>
        </p:nvSpPr>
        <p:spPr>
          <a:xfrm>
            <a:off x="5410201" y="2556932"/>
            <a:ext cx="2909636" cy="3318936"/>
          </a:xfrm>
        </p:spPr>
        <p:txBody>
          <a:bodyPr>
            <a:normAutofit fontScale="92500" lnSpcReduction="10000"/>
          </a:bodyPr>
          <a:lstStyle/>
          <a:p>
            <a:pPr>
              <a:lnSpc>
                <a:spcPct val="90000"/>
              </a:lnSpc>
            </a:pPr>
            <a:r>
              <a:rPr lang="en-US" sz="1600" dirty="0"/>
              <a:t>Occluded face recognition</a:t>
            </a:r>
          </a:p>
          <a:p>
            <a:pPr lvl="1">
              <a:lnSpc>
                <a:spcPct val="90000"/>
              </a:lnSpc>
            </a:pPr>
            <a:r>
              <a:rPr lang="en-US" sz="1600" dirty="0"/>
              <a:t>Facial occlusion, such as sunglasses, scarf, mask etc., is one critical factor that affects face recognition performance.</a:t>
            </a:r>
          </a:p>
          <a:p>
            <a:pPr lvl="1">
              <a:lnSpc>
                <a:spcPct val="90000"/>
              </a:lnSpc>
            </a:pPr>
            <a:r>
              <a:rPr lang="en-US" sz="1600" dirty="0"/>
              <a:t>Unfortunately, faces with occlusion are quite common in the real world, especially in uncooperative scenarios.</a:t>
            </a:r>
          </a:p>
          <a:p>
            <a:pPr lvl="1">
              <a:lnSpc>
                <a:spcPct val="90000"/>
              </a:lnSpc>
            </a:pPr>
            <a:r>
              <a:rPr lang="en-US" sz="1600" dirty="0"/>
              <a:t>E.g., wearing face mask becomes a common practice after Covid pandemic. </a:t>
            </a:r>
          </a:p>
        </p:txBody>
      </p:sp>
    </p:spTree>
    <p:extLst>
      <p:ext uri="{BB962C8B-B14F-4D97-AF65-F5344CB8AC3E}">
        <p14:creationId xmlns:p14="http://schemas.microsoft.com/office/powerpoint/2010/main" val="42874987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Comments0 xmlns="feb9839f-e723-41ec-8abd-6a498077a929" xsi:nil="true"/>
    <ReviewersComment xmlns="feb9839f-e723-41ec-8abd-6a498077a929" xsi:nil="true"/>
    <lcf76f155ced4ddcb4097134ff3c332f xmlns="feb9839f-e723-41ec-8abd-6a498077a929">
      <Terms xmlns="http://schemas.microsoft.com/office/infopath/2007/PartnerControls"/>
    </lcf76f155ced4ddcb4097134ff3c332f>
    <Comments xmlns="feb9839f-e723-41ec-8abd-6a498077a929" xsi:nil="true"/>
    <TaxCatchAll xmlns="78307ed6-7532-40a7-ad46-12625cb577dc" xsi:nil="true"/>
    <_Flow_SignoffStatus xmlns="feb9839f-e723-41ec-8abd-6a498077a929">Pending</_Flow_SignoffStatu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D92DCE0AC60B3418A2019D87F2E1D8F" ma:contentTypeVersion="19" ma:contentTypeDescription="Create a new document." ma:contentTypeScope="" ma:versionID="5b231781e272b2db16a77b38090fa170">
  <xsd:schema xmlns:xsd="http://www.w3.org/2001/XMLSchema" xmlns:xs="http://www.w3.org/2001/XMLSchema" xmlns:p="http://schemas.microsoft.com/office/2006/metadata/properties" xmlns:ns2="feb9839f-e723-41ec-8abd-6a498077a929" xmlns:ns3="78307ed6-7532-40a7-ad46-12625cb577dc" targetNamespace="http://schemas.microsoft.com/office/2006/metadata/properties" ma:root="true" ma:fieldsID="ef6f486bed666d6fc5ee85570b6b9e24" ns2:_="" ns3:_="">
    <xsd:import namespace="feb9839f-e723-41ec-8abd-6a498077a929"/>
    <xsd:import namespace="78307ed6-7532-40a7-ad46-12625cb577dc"/>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ServiceOCR" minOccurs="0"/>
                <xsd:element ref="ns2:MediaServiceLocation" minOccurs="0"/>
                <xsd:element ref="ns2:MediaLengthInSeconds" minOccurs="0"/>
                <xsd:element ref="ns2:Comments" minOccurs="0"/>
                <xsd:element ref="ns3:SharedWithUsers" minOccurs="0"/>
                <xsd:element ref="ns3:SharedWithDetails" minOccurs="0"/>
                <xsd:element ref="ns2:_Flow_SignoffStatus" minOccurs="0"/>
                <xsd:element ref="ns2:MediaServiceObjectDetectorVersions" minOccurs="0"/>
                <xsd:element ref="ns2:Comments0" minOccurs="0"/>
                <xsd:element ref="ns2:ReviewersComment"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b9839f-e723-41ec-8abd-6a498077a9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a47f1639-9130-493c-b0f7-7f4b51b1a918"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Comments" ma:index="19" nillable="true" ma:displayName="Checklist Status" ma:format="Dropdown" ma:internalName="Comments">
      <xsd:simpleType>
        <xsd:union memberTypes="dms:Text">
          <xsd:simpleType>
            <xsd:restriction base="dms:Choice">
              <xsd:enumeration value="Pending"/>
              <xsd:enumeration value="Completed"/>
              <xsd:enumeration value="Not available"/>
              <xsd:enumeration value="Updated"/>
            </xsd:restriction>
          </xsd:simpleType>
        </xsd:union>
      </xsd:simpleType>
    </xsd:element>
    <xsd:element name="_Flow_SignoffStatus" ma:index="22" nillable="true" ma:displayName="Sign-off status" ma:default="Pending" ma:format="Dropdown" ma:internalName="Sign_x002d_off_x0020_status">
      <xsd:simpleType>
        <xsd:restriction base="dms:Choice">
          <xsd:enumeration value="Pending"/>
          <xsd:enumeration value="Received by Admin"/>
        </xsd:restriction>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Comments0" ma:index="24" nillable="true" ma:displayName="Comments" ma:format="Dropdown" ma:internalName="Comments0">
      <xsd:simpleType>
        <xsd:restriction base="dms:Note">
          <xsd:maxLength value="255"/>
        </xsd:restriction>
      </xsd:simpleType>
    </xsd:element>
    <xsd:element name="ReviewersComment" ma:index="25" nillable="true" ma:displayName="Reviewer's Comment" ma:format="Dropdown" ma:internalName="ReviewersComment">
      <xsd:simpleType>
        <xsd:restriction base="dms:Note">
          <xsd:maxLength value="255"/>
        </xsd:restriction>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8307ed6-7532-40a7-ad46-12625cb577dc"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912893e9-733a-4bd9-b6cf-3ef616811801}" ma:internalName="TaxCatchAll" ma:showField="CatchAllData" ma:web="78307ed6-7532-40a7-ad46-12625cb577dc">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EC363D4-3F88-4D3E-BFA2-6575CB7CD350}">
  <ds:schemaRefs>
    <ds:schemaRef ds:uri="http://schemas.microsoft.com/sharepoint/v3/contenttype/forms"/>
  </ds:schemaRefs>
</ds:datastoreItem>
</file>

<file path=customXml/itemProps2.xml><?xml version="1.0" encoding="utf-8"?>
<ds:datastoreItem xmlns:ds="http://schemas.openxmlformats.org/officeDocument/2006/customXml" ds:itemID="{26C9F601-ECE6-4A63-998F-935737B535EA}">
  <ds:schemaRefs>
    <ds:schemaRef ds:uri="http://schemas.microsoft.com/office/2006/metadata/properties"/>
    <ds:schemaRef ds:uri="http://schemas.microsoft.com/office/infopath/2007/PartnerControls"/>
    <ds:schemaRef ds:uri="feb9839f-e723-41ec-8abd-6a498077a929"/>
    <ds:schemaRef ds:uri="78307ed6-7532-40a7-ad46-12625cb577dc"/>
  </ds:schemaRefs>
</ds:datastoreItem>
</file>

<file path=customXml/itemProps3.xml><?xml version="1.0" encoding="utf-8"?>
<ds:datastoreItem xmlns:ds="http://schemas.openxmlformats.org/officeDocument/2006/customXml" ds:itemID="{E1CAA4CF-FB7C-4D10-A372-AC677BF284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b9839f-e723-41ec-8abd-6a498077a929"/>
    <ds:schemaRef ds:uri="78307ed6-7532-40a7-ad46-12625cb577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64</TotalTime>
  <Words>1936</Words>
  <Application>Microsoft Office PowerPoint</Application>
  <PresentationFormat>On-screen Show (4:3)</PresentationFormat>
  <Paragraphs>186</Paragraphs>
  <Slides>51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Garamond</vt:lpstr>
      <vt:lpstr>Times New Roman</vt:lpstr>
      <vt:lpstr>Organic</vt:lpstr>
      <vt:lpstr>Housekeeping Notice</vt:lpstr>
      <vt:lpstr>TPB 6323  Password Authentication and Biometrics </vt:lpstr>
      <vt:lpstr>Objectives </vt:lpstr>
      <vt:lpstr>Face Biometrics</vt:lpstr>
      <vt:lpstr>Face Biometrics</vt:lpstr>
      <vt:lpstr>Face Recognition</vt:lpstr>
      <vt:lpstr>Face Recognition</vt:lpstr>
      <vt:lpstr>Face Recognition</vt:lpstr>
      <vt:lpstr>Face Recognition</vt:lpstr>
      <vt:lpstr>Face Recognition System</vt:lpstr>
      <vt:lpstr>Face Recognition System</vt:lpstr>
      <vt:lpstr>Face Recognition System: Normalization and Cropping Procedures</vt:lpstr>
      <vt:lpstr>Face Recognition System</vt:lpstr>
      <vt:lpstr>Image Acquisition (Input Image)</vt:lpstr>
      <vt:lpstr>Image Acquisition (Input Image)</vt:lpstr>
      <vt:lpstr>Face Detection</vt:lpstr>
      <vt:lpstr>Normalization</vt:lpstr>
      <vt:lpstr>Normalization</vt:lpstr>
      <vt:lpstr>Normalization</vt:lpstr>
      <vt:lpstr>Feature Extraction</vt:lpstr>
      <vt:lpstr>PowerPoint Presentation</vt:lpstr>
      <vt:lpstr>Feature Extraction</vt:lpstr>
      <vt:lpstr>Feature Extraction</vt:lpstr>
      <vt:lpstr>PCA/ Eigenface</vt:lpstr>
      <vt:lpstr>PCA/ Eigenface</vt:lpstr>
      <vt:lpstr>PowerPoint Presentation</vt:lpstr>
      <vt:lpstr>How does PCA work?</vt:lpstr>
      <vt:lpstr>How does PCA work?</vt:lpstr>
      <vt:lpstr>LDA/ Fisherfaces</vt:lpstr>
      <vt:lpstr>PCA vs. LDA</vt:lpstr>
      <vt:lpstr>ICA</vt:lpstr>
      <vt:lpstr>ICA</vt:lpstr>
      <vt:lpstr>Evolutionary Pursuit (EP)</vt:lpstr>
      <vt:lpstr>PowerPoint Presentation</vt:lpstr>
      <vt:lpstr>LPP/ Laplacianface</vt:lpstr>
      <vt:lpstr>LPP/ Laplacianface</vt:lpstr>
      <vt:lpstr>Elastic Bunch Graph Matching (EBGM) </vt:lpstr>
      <vt:lpstr>Standard Face Database</vt:lpstr>
      <vt:lpstr>Standard Face Database</vt:lpstr>
      <vt:lpstr>Standard Face Database</vt:lpstr>
      <vt:lpstr>Standard Face Database</vt:lpstr>
      <vt:lpstr>The Yale Face Database</vt:lpstr>
      <vt:lpstr>Standard Face Database</vt:lpstr>
      <vt:lpstr>AT&amp;T "The Database of Faces" </vt:lpstr>
      <vt:lpstr>Standard Face Database</vt:lpstr>
      <vt:lpstr>PIE Database</vt:lpstr>
      <vt:lpstr>Emerging Face Technologies</vt:lpstr>
      <vt:lpstr>Emerging Face Technologies</vt:lpstr>
      <vt:lpstr>Emerging Face Technologies</vt:lpstr>
      <vt:lpstr>Emerging Face Technologies</vt:lpstr>
      <vt:lpstr>Emerging Face Technologies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TPB3141  Password Authentication and Biometrics </dc:title>
  <dc:creator>CIC3</dc:creator>
  <cp:lastModifiedBy>Pang Ying Han</cp:lastModifiedBy>
  <cp:revision>3</cp:revision>
  <dcterms:created xsi:type="dcterms:W3CDTF">2021-09-07T15:57:27Z</dcterms:created>
  <dcterms:modified xsi:type="dcterms:W3CDTF">2024-08-31T08:35:24Z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0x010100ED92DCE0AC60B3418A2019D87F2E1D8F</vt:lpwstr>
  </property>
</Properties>
</file>